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4"/>
  </p:sldMasterIdLst>
  <p:notesMasterIdLst>
    <p:notesMasterId r:id="rId14"/>
  </p:notesMasterIdLst>
  <p:sldIdLst>
    <p:sldId id="377" r:id="rId5"/>
    <p:sldId id="407" r:id="rId6"/>
    <p:sldId id="408" r:id="rId7"/>
    <p:sldId id="417" r:id="rId8"/>
    <p:sldId id="410" r:id="rId9"/>
    <p:sldId id="418" r:id="rId10"/>
    <p:sldId id="419" r:id="rId11"/>
    <p:sldId id="414" r:id="rId12"/>
    <p:sldId id="415" r:id="rId13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9E6D96-C575-3A0E-6A9E-D3B07A953F5A}" name="Fini Chen" initials="FC" userId="S::fini@sdh.or.id::ad988e6d-b284-4034-a59b-7444b61d97fe" providerId="AD"/>
  <p188:author id="{B1FA03A5-0431-9E3C-4082-D4802A2AFF79}" name="Rifena Kurniawan" initials="RK" userId="S::rifena.kurniawan@sdh.or.id::78fd656c-e521-41e6-9e37-260eeebaad73" providerId="AD"/>
  <p188:author id="{308CBAD5-77D7-F50B-D02E-CE5D0F93A89A}" name="Alvin Pardomuan Sebastian" initials="AS" userId="S::alvin.sebastian@sdh.or.id::ca9f1cf4-b65f-4657-8faa-98da84114630" providerId="AD"/>
  <p188:author id="{9FF781FA-F225-3644-789B-CD15C16898C0}" name="Oh Yen Nie" initials="ON" userId="S::oh.yen.nie@sdh.or.id::ecfd2297-e95b-4e0c-83e6-f68f7643ab4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55"/>
    <a:srgbClr val="F1F1F1"/>
    <a:srgbClr val="192E40"/>
    <a:srgbClr val="D5C48A"/>
    <a:srgbClr val="FFFF00"/>
    <a:srgbClr val="C4AD73"/>
    <a:srgbClr val="DDCF96"/>
    <a:srgbClr val="0A5837"/>
    <a:srgbClr val="2A3659"/>
    <a:srgbClr val="C4AD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1BD7BB8-8A2E-4361-8E96-03420C642A7F}">
  <a:tblStyle styleId="{D1BD7BB8-8A2E-4361-8E96-03420C642A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3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flipH="1">
            <a:off x="-4" y="0"/>
            <a:ext cx="3573783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934335" y="1526591"/>
            <a:ext cx="4869359" cy="26473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  <a:defRPr sz="2000"/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934335" y="332069"/>
            <a:ext cx="4869358" cy="97529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rgbClr val="192E40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7" name="Picture 6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E3CF17C9-B699-44D5-825F-CC2BDA2AA2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438924"/>
            <a:ext cx="1519168" cy="506389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3ACAE6-E207-46E1-AF9C-76E5C689E3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4" y="0"/>
            <a:ext cx="3573783" cy="5143500"/>
          </a:xfrm>
        </p:spPr>
        <p:txBody>
          <a:bodyPr/>
          <a:lstStyle>
            <a:lvl1pPr marL="0" indent="0" algn="ctr" defTabSz="179388">
              <a:buNone/>
              <a:defRPr>
                <a:solidFill>
                  <a:srgbClr val="D5C48A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Icon To Insert Image</a:t>
            </a:r>
            <a:endParaRPr lang="en-ID"/>
          </a:p>
        </p:txBody>
      </p:sp>
      <p:sp>
        <p:nvSpPr>
          <p:cNvPr id="10" name="Google Shape;15;p3">
            <a:extLst>
              <a:ext uri="{FF2B5EF4-FFF2-40B4-BE49-F238E27FC236}">
                <a16:creationId xmlns:a16="http://schemas.microsoft.com/office/drawing/2014/main" id="{DC0F5A09-DD64-4FAC-897A-63E2E7271855}"/>
              </a:ext>
            </a:extLst>
          </p:cNvPr>
          <p:cNvSpPr/>
          <p:nvPr userDrawn="1"/>
        </p:nvSpPr>
        <p:spPr>
          <a:xfrm rot="5400000">
            <a:off x="2703929" y="2497500"/>
            <a:ext cx="1739700" cy="148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7014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flipH="1">
            <a:off x="-5" y="0"/>
            <a:ext cx="5570222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6" name="Google Shape;15;p3">
            <a:extLst>
              <a:ext uri="{FF2B5EF4-FFF2-40B4-BE49-F238E27FC236}">
                <a16:creationId xmlns:a16="http://schemas.microsoft.com/office/drawing/2014/main" id="{B8391497-75D5-4900-A2DF-F907831E30F9}"/>
              </a:ext>
            </a:extLst>
          </p:cNvPr>
          <p:cNvSpPr/>
          <p:nvPr userDrawn="1"/>
        </p:nvSpPr>
        <p:spPr>
          <a:xfrm rot="5400000">
            <a:off x="4700367" y="2497500"/>
            <a:ext cx="1739700" cy="148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Picture 6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E3CF17C9-B699-44D5-825F-CC2BDA2AA2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438924"/>
            <a:ext cx="1519168" cy="506389"/>
          </a:xfrm>
          <a:prstGeom prst="rect">
            <a:avLst/>
          </a:prstGeom>
        </p:spPr>
      </p:pic>
      <p:sp>
        <p:nvSpPr>
          <p:cNvPr id="10" name="Google Shape;22;p4">
            <a:extLst>
              <a:ext uri="{FF2B5EF4-FFF2-40B4-BE49-F238E27FC236}">
                <a16:creationId xmlns:a16="http://schemas.microsoft.com/office/drawing/2014/main" id="{30EE404E-090A-4900-BF01-695BF63CDF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35981" y="1712250"/>
            <a:ext cx="2904216" cy="171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rgbClr val="192E40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21;p4">
            <a:extLst>
              <a:ext uri="{FF2B5EF4-FFF2-40B4-BE49-F238E27FC236}">
                <a16:creationId xmlns:a16="http://schemas.microsoft.com/office/drawing/2014/main" id="{73B69CBD-AE03-4795-9098-2BD686BAC3F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303803" y="865435"/>
            <a:ext cx="4869359" cy="34126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48A"/>
              </a:buClr>
              <a:buSzPct val="100000"/>
              <a:buChar char="●"/>
              <a:defRPr sz="2000">
                <a:solidFill>
                  <a:srgbClr val="D5C48A"/>
                </a:solidFill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4660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 flipH="1">
            <a:off x="-5" y="0"/>
            <a:ext cx="5570222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72076" y="332069"/>
            <a:ext cx="4869358" cy="97529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rgbClr val="D5C48A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7" name="Picture 6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E3CF17C9-B699-44D5-825F-CC2BDA2AA2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438924"/>
            <a:ext cx="1519168" cy="506389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3ACAE6-E207-46E1-AF9C-76E5C689E3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70217" y="0"/>
            <a:ext cx="3573783" cy="5143500"/>
          </a:xfrm>
        </p:spPr>
        <p:txBody>
          <a:bodyPr/>
          <a:lstStyle>
            <a:lvl1pPr marL="0" indent="0" algn="ctr" defTabSz="179388">
              <a:buNone/>
              <a:defRPr>
                <a:solidFill>
                  <a:srgbClr val="192E40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Icon To Insert Image</a:t>
            </a:r>
            <a:endParaRPr lang="en-ID"/>
          </a:p>
        </p:txBody>
      </p:sp>
      <p:sp>
        <p:nvSpPr>
          <p:cNvPr id="11" name="Google Shape;21;p4">
            <a:extLst>
              <a:ext uri="{FF2B5EF4-FFF2-40B4-BE49-F238E27FC236}">
                <a16:creationId xmlns:a16="http://schemas.microsoft.com/office/drawing/2014/main" id="{D7F9D7DE-8753-464F-BD0C-D2E6729919A3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372076" y="1526592"/>
            <a:ext cx="4869358" cy="26473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48A"/>
              </a:buClr>
              <a:buSzPct val="100000"/>
              <a:buChar char="●"/>
              <a:defRPr sz="2000">
                <a:solidFill>
                  <a:srgbClr val="D5C48A"/>
                </a:solidFill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5;p3">
            <a:extLst>
              <a:ext uri="{FF2B5EF4-FFF2-40B4-BE49-F238E27FC236}">
                <a16:creationId xmlns:a16="http://schemas.microsoft.com/office/drawing/2014/main" id="{2CD2B9A8-29D0-4A22-A695-CDD39851231A}"/>
              </a:ext>
            </a:extLst>
          </p:cNvPr>
          <p:cNvSpPr/>
          <p:nvPr userDrawn="1"/>
        </p:nvSpPr>
        <p:spPr>
          <a:xfrm rot="5400000">
            <a:off x="4704259" y="2497500"/>
            <a:ext cx="1739700" cy="148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374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1_Main 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/>
          <p:nvPr/>
        </p:nvSpPr>
        <p:spPr>
          <a:xfrm rot="10800000" flipH="1">
            <a:off x="-47850" y="4100525"/>
            <a:ext cx="9239700" cy="120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8"/>
          <p:cNvSpPr/>
          <p:nvPr/>
        </p:nvSpPr>
        <p:spPr>
          <a:xfrm>
            <a:off x="6663914" y="4034279"/>
            <a:ext cx="1739700" cy="148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EC9A5243-B385-4C63-B2B1-4FA4C1D851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48883" y="491179"/>
            <a:ext cx="5646234" cy="3040566"/>
          </a:xfrm>
          <a:prstGeom prst="roundRect">
            <a:avLst>
              <a:gd name="adj" fmla="val 6154"/>
            </a:avLst>
          </a:prstGeom>
        </p:spPr>
        <p:txBody>
          <a:bodyPr/>
          <a:lstStyle>
            <a:lvl1pPr marL="0" indent="0" algn="ctr" defTabSz="179388">
              <a:buNone/>
              <a:defRPr>
                <a:solidFill>
                  <a:srgbClr val="192E40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Icon To Insert Image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450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>
  <p:cSld name="1_Main 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9;p8">
            <a:extLst>
              <a:ext uri="{FF2B5EF4-FFF2-40B4-BE49-F238E27FC236}">
                <a16:creationId xmlns:a16="http://schemas.microsoft.com/office/drawing/2014/main" id="{99DF8A5D-B10E-499B-9C24-9AC6C7F9BAF8}"/>
              </a:ext>
            </a:extLst>
          </p:cNvPr>
          <p:cNvSpPr/>
          <p:nvPr userDrawn="1"/>
        </p:nvSpPr>
        <p:spPr>
          <a:xfrm rot="10800000" flipH="1">
            <a:off x="0" y="-2"/>
            <a:ext cx="9144000" cy="41005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1388100" y="1319219"/>
            <a:ext cx="6367800" cy="14669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 b="1">
                <a:solidFill>
                  <a:srgbClr val="D5C48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12" name="Picture 11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2C23EAB3-7CF0-4A2D-9CF3-D92B921F7F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387909"/>
            <a:ext cx="1519168" cy="506389"/>
          </a:xfrm>
          <a:prstGeom prst="rect">
            <a:avLst/>
          </a:prstGeom>
        </p:spPr>
      </p:pic>
      <p:sp>
        <p:nvSpPr>
          <p:cNvPr id="8" name="Google Shape;40;p8">
            <a:extLst>
              <a:ext uri="{FF2B5EF4-FFF2-40B4-BE49-F238E27FC236}">
                <a16:creationId xmlns:a16="http://schemas.microsoft.com/office/drawing/2014/main" id="{337EA698-3916-4213-BC33-112D6116EAAD}"/>
              </a:ext>
            </a:extLst>
          </p:cNvPr>
          <p:cNvSpPr/>
          <p:nvPr userDrawn="1"/>
        </p:nvSpPr>
        <p:spPr>
          <a:xfrm>
            <a:off x="972000" y="4049398"/>
            <a:ext cx="7200000" cy="1022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8027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1_Main 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9;p8">
            <a:extLst>
              <a:ext uri="{FF2B5EF4-FFF2-40B4-BE49-F238E27FC236}">
                <a16:creationId xmlns:a16="http://schemas.microsoft.com/office/drawing/2014/main" id="{99DF8A5D-B10E-499B-9C24-9AC6C7F9BAF8}"/>
              </a:ext>
            </a:extLst>
          </p:cNvPr>
          <p:cNvSpPr/>
          <p:nvPr userDrawn="1"/>
        </p:nvSpPr>
        <p:spPr>
          <a:xfrm rot="10800000" flipH="1">
            <a:off x="0" y="-2"/>
            <a:ext cx="9144000" cy="41005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E7826100-831A-4431-9C00-46AB067B21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48883" y="491179"/>
            <a:ext cx="5646234" cy="3040566"/>
          </a:xfrm>
          <a:prstGeom prst="roundRect">
            <a:avLst>
              <a:gd name="adj" fmla="val 6154"/>
            </a:avLst>
          </a:prstGeom>
        </p:spPr>
        <p:txBody>
          <a:bodyPr/>
          <a:lstStyle>
            <a:lvl1pPr marL="0" indent="0" algn="ctr" defTabSz="179388">
              <a:buNone/>
              <a:defRPr>
                <a:solidFill>
                  <a:srgbClr val="D5C48A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Icon To Insert Image</a:t>
            </a:r>
            <a:endParaRPr lang="en-ID"/>
          </a:p>
        </p:txBody>
      </p:sp>
      <p:pic>
        <p:nvPicPr>
          <p:cNvPr id="8" name="Picture 7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2EA7C49E-2F2D-4084-8964-207A3D5538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399126"/>
            <a:ext cx="1519168" cy="506389"/>
          </a:xfrm>
          <a:prstGeom prst="rect">
            <a:avLst/>
          </a:prstGeom>
        </p:spPr>
      </p:pic>
      <p:sp>
        <p:nvSpPr>
          <p:cNvPr id="11" name="Google Shape;40;p8">
            <a:extLst>
              <a:ext uri="{FF2B5EF4-FFF2-40B4-BE49-F238E27FC236}">
                <a16:creationId xmlns:a16="http://schemas.microsoft.com/office/drawing/2014/main" id="{620085B1-FB5E-4292-A35E-FB7FF961EE6F}"/>
              </a:ext>
            </a:extLst>
          </p:cNvPr>
          <p:cNvSpPr/>
          <p:nvPr userDrawn="1"/>
        </p:nvSpPr>
        <p:spPr>
          <a:xfrm>
            <a:off x="972000" y="4049398"/>
            <a:ext cx="7200000" cy="1022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2581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1_Main 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/>
          <p:nvPr/>
        </p:nvSpPr>
        <p:spPr>
          <a:xfrm rot="10800000" flipH="1">
            <a:off x="-47850" y="4259943"/>
            <a:ext cx="9239700" cy="104748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8"/>
          <p:cNvSpPr/>
          <p:nvPr/>
        </p:nvSpPr>
        <p:spPr>
          <a:xfrm>
            <a:off x="3702150" y="4185693"/>
            <a:ext cx="1739700" cy="148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21;p4">
            <a:extLst>
              <a:ext uri="{FF2B5EF4-FFF2-40B4-BE49-F238E27FC236}">
                <a16:creationId xmlns:a16="http://schemas.microsoft.com/office/drawing/2014/main" id="{2963A77A-386D-4AD5-B683-9B7B49EC3E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34335" y="398166"/>
            <a:ext cx="4869359" cy="34126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  <a:defRPr sz="2000"/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" name="Google Shape;22;p4">
            <a:extLst>
              <a:ext uri="{FF2B5EF4-FFF2-40B4-BE49-F238E27FC236}">
                <a16:creationId xmlns:a16="http://schemas.microsoft.com/office/drawing/2014/main" id="{A98125DC-DC32-4B52-91CE-C24818C4F3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340" y="1244980"/>
            <a:ext cx="3215809" cy="171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rgbClr val="192E40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10" name="Picture 9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BD213037-6F12-4379-AB03-638D80A264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530489"/>
            <a:ext cx="1519168" cy="50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91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1_Main 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/>
          <p:nvPr/>
        </p:nvSpPr>
        <p:spPr>
          <a:xfrm rot="10800000" flipH="1">
            <a:off x="-47850" y="4259943"/>
            <a:ext cx="9239700" cy="104748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8"/>
          <p:cNvSpPr/>
          <p:nvPr/>
        </p:nvSpPr>
        <p:spPr>
          <a:xfrm>
            <a:off x="3702150" y="4185693"/>
            <a:ext cx="1739700" cy="148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22;p4">
            <a:extLst>
              <a:ext uri="{FF2B5EF4-FFF2-40B4-BE49-F238E27FC236}">
                <a16:creationId xmlns:a16="http://schemas.microsoft.com/office/drawing/2014/main" id="{A98125DC-DC32-4B52-91CE-C24818C4F3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4335" y="275713"/>
            <a:ext cx="4869359" cy="7573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rgbClr val="192E40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304DFB3-9A0F-42D6-BBB7-7BF5856FE7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0306" y="259961"/>
            <a:ext cx="3361844" cy="3655184"/>
          </a:xfrm>
          <a:prstGeom prst="roundRect">
            <a:avLst>
              <a:gd name="adj" fmla="val 6154"/>
            </a:avLst>
          </a:prstGeom>
        </p:spPr>
        <p:txBody>
          <a:bodyPr/>
          <a:lstStyle>
            <a:lvl1pPr marL="0" indent="0" algn="ctr" defTabSz="179388">
              <a:buNone/>
              <a:defRPr>
                <a:solidFill>
                  <a:srgbClr val="192E40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Icon To Insert Image</a:t>
            </a:r>
            <a:endParaRPr lang="en-ID"/>
          </a:p>
        </p:txBody>
      </p:sp>
      <p:sp>
        <p:nvSpPr>
          <p:cNvPr id="11" name="Google Shape;21;p4">
            <a:extLst>
              <a:ext uri="{FF2B5EF4-FFF2-40B4-BE49-F238E27FC236}">
                <a16:creationId xmlns:a16="http://schemas.microsoft.com/office/drawing/2014/main" id="{0343BDB7-2A8D-4CE0-9705-BE1F4CB452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34335" y="1134561"/>
            <a:ext cx="4869359" cy="27805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  <a:defRPr sz="2000"/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12" name="Picture 11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97B09873-CFC6-448B-B635-267DA3815F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530489"/>
            <a:ext cx="1519168" cy="506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455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1_Main 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9;p8">
            <a:extLst>
              <a:ext uri="{FF2B5EF4-FFF2-40B4-BE49-F238E27FC236}">
                <a16:creationId xmlns:a16="http://schemas.microsoft.com/office/drawing/2014/main" id="{3382CBDF-0CBC-4B0D-93F8-FAB464901682}"/>
              </a:ext>
            </a:extLst>
          </p:cNvPr>
          <p:cNvSpPr/>
          <p:nvPr userDrawn="1"/>
        </p:nvSpPr>
        <p:spPr>
          <a:xfrm rot="10800000" flipH="1">
            <a:off x="0" y="259961"/>
            <a:ext cx="9144000" cy="39999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21;p4">
            <a:extLst>
              <a:ext uri="{FF2B5EF4-FFF2-40B4-BE49-F238E27FC236}">
                <a16:creationId xmlns:a16="http://schemas.microsoft.com/office/drawing/2014/main" id="{2963A77A-386D-4AD5-B683-9B7B49EC3E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0306" y="1305235"/>
            <a:ext cx="4869359" cy="27805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48A"/>
              </a:buClr>
              <a:buSzPct val="100000"/>
              <a:buChar char="●"/>
              <a:defRPr sz="2000">
                <a:solidFill>
                  <a:srgbClr val="D5C48A"/>
                </a:solidFill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" name="Google Shape;22;p4">
            <a:extLst>
              <a:ext uri="{FF2B5EF4-FFF2-40B4-BE49-F238E27FC236}">
                <a16:creationId xmlns:a16="http://schemas.microsoft.com/office/drawing/2014/main" id="{A98125DC-DC32-4B52-91CE-C24818C4F3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306" y="430635"/>
            <a:ext cx="4869359" cy="7573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rgbClr val="D5C48A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318D02E-0D7E-446C-878C-B471A66EA18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41850" y="430635"/>
            <a:ext cx="3361844" cy="3655184"/>
          </a:xfrm>
          <a:prstGeom prst="roundRect">
            <a:avLst>
              <a:gd name="adj" fmla="val 6154"/>
            </a:avLst>
          </a:prstGeom>
        </p:spPr>
        <p:txBody>
          <a:bodyPr/>
          <a:lstStyle>
            <a:lvl1pPr marL="0" indent="0" algn="ctr" defTabSz="179388">
              <a:buNone/>
              <a:defRPr>
                <a:solidFill>
                  <a:srgbClr val="D5C48A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Icon To Insert Image</a:t>
            </a:r>
            <a:endParaRPr lang="en-ID"/>
          </a:p>
        </p:txBody>
      </p:sp>
      <p:pic>
        <p:nvPicPr>
          <p:cNvPr id="15" name="Picture 14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D38031C7-C244-4CED-A6BA-1A46245533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467738"/>
            <a:ext cx="1519168" cy="506389"/>
          </a:xfrm>
          <a:prstGeom prst="rect">
            <a:avLst/>
          </a:prstGeom>
        </p:spPr>
      </p:pic>
      <p:sp>
        <p:nvSpPr>
          <p:cNvPr id="14" name="Google Shape;40;p8">
            <a:extLst>
              <a:ext uri="{FF2B5EF4-FFF2-40B4-BE49-F238E27FC236}">
                <a16:creationId xmlns:a16="http://schemas.microsoft.com/office/drawing/2014/main" id="{62EF29DF-DA70-4BE9-9310-02CDF7A2A77B}"/>
              </a:ext>
            </a:extLst>
          </p:cNvPr>
          <p:cNvSpPr/>
          <p:nvPr userDrawn="1"/>
        </p:nvSpPr>
        <p:spPr>
          <a:xfrm>
            <a:off x="972000" y="4203075"/>
            <a:ext cx="7200000" cy="1022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08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1_Main 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9;p8">
            <a:extLst>
              <a:ext uri="{FF2B5EF4-FFF2-40B4-BE49-F238E27FC236}">
                <a16:creationId xmlns:a16="http://schemas.microsoft.com/office/drawing/2014/main" id="{3382CBDF-0CBC-4B0D-93F8-FAB464901682}"/>
              </a:ext>
            </a:extLst>
          </p:cNvPr>
          <p:cNvSpPr/>
          <p:nvPr userDrawn="1"/>
        </p:nvSpPr>
        <p:spPr>
          <a:xfrm rot="10800000" flipH="1">
            <a:off x="0" y="259961"/>
            <a:ext cx="9144000" cy="39999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1;p4">
            <a:extLst>
              <a:ext uri="{FF2B5EF4-FFF2-40B4-BE49-F238E27FC236}">
                <a16:creationId xmlns:a16="http://schemas.microsoft.com/office/drawing/2014/main" id="{CB6883B9-6434-492C-A141-6918405BB7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34335" y="524315"/>
            <a:ext cx="4869359" cy="34126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48A"/>
              </a:buClr>
              <a:buSzPct val="100000"/>
              <a:buChar char="●"/>
              <a:defRPr sz="2000">
                <a:solidFill>
                  <a:srgbClr val="D5C48A"/>
                </a:solidFill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" name="Google Shape;22;p4">
            <a:extLst>
              <a:ext uri="{FF2B5EF4-FFF2-40B4-BE49-F238E27FC236}">
                <a16:creationId xmlns:a16="http://schemas.microsoft.com/office/drawing/2014/main" id="{81945F5B-1480-4569-90E3-4E10C547BD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340" y="1371129"/>
            <a:ext cx="3215809" cy="171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1">
                <a:solidFill>
                  <a:srgbClr val="D5C48A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16" name="Picture 15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D14D2D25-2359-436B-BE69-FE3F63E496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467738"/>
            <a:ext cx="1519168" cy="506389"/>
          </a:xfrm>
          <a:prstGeom prst="rect">
            <a:avLst/>
          </a:prstGeom>
        </p:spPr>
      </p:pic>
      <p:sp>
        <p:nvSpPr>
          <p:cNvPr id="7" name="Google Shape;40;p8">
            <a:extLst>
              <a:ext uri="{FF2B5EF4-FFF2-40B4-BE49-F238E27FC236}">
                <a16:creationId xmlns:a16="http://schemas.microsoft.com/office/drawing/2014/main" id="{AA4EEBFF-491B-4961-A5C4-81F75853BEE1}"/>
              </a:ext>
            </a:extLst>
          </p:cNvPr>
          <p:cNvSpPr/>
          <p:nvPr userDrawn="1"/>
        </p:nvSpPr>
        <p:spPr>
          <a:xfrm>
            <a:off x="972000" y="4210462"/>
            <a:ext cx="7200000" cy="1022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4929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 userDrawn="1">
  <p:cSld name="1_Section title and 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 rot="10800000" flipH="1">
            <a:off x="0" y="4467738"/>
            <a:ext cx="9144000" cy="675762"/>
          </a:xfrm>
          <a:prstGeom prst="rect">
            <a:avLst/>
          </a:prstGeom>
          <a:solidFill>
            <a:srgbClr val="0021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651435" y="897212"/>
            <a:ext cx="7840980" cy="7978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200"/>
              <a:buNone/>
              <a:defRPr sz="2400" b="1">
                <a:solidFill>
                  <a:srgbClr val="00215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6" name="Google Shape;40;p8">
            <a:extLst>
              <a:ext uri="{FF2B5EF4-FFF2-40B4-BE49-F238E27FC236}">
                <a16:creationId xmlns:a16="http://schemas.microsoft.com/office/drawing/2014/main" id="{1BF653FF-8058-4260-9D1B-D73D063613AE}"/>
              </a:ext>
            </a:extLst>
          </p:cNvPr>
          <p:cNvSpPr/>
          <p:nvPr userDrawn="1"/>
        </p:nvSpPr>
        <p:spPr>
          <a:xfrm>
            <a:off x="6752713" y="4393488"/>
            <a:ext cx="1739700" cy="148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1;p4">
            <a:extLst>
              <a:ext uri="{FF2B5EF4-FFF2-40B4-BE49-F238E27FC236}">
                <a16:creationId xmlns:a16="http://schemas.microsoft.com/office/drawing/2014/main" id="{6D3F9AF1-F9B7-4C4C-B527-231235329B81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651434" y="1860023"/>
            <a:ext cx="7840979" cy="24460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7013" lvl="0" indent="-22701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E40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002155"/>
                </a:solidFill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76D28D-E69E-6B58-F544-792D4BF105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828" y="62205"/>
            <a:ext cx="1418457" cy="79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63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 userDrawn="1">
  <p:cSld name="1_Section title and 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 rot="10800000" flipH="1">
            <a:off x="0" y="4487330"/>
            <a:ext cx="9144000" cy="65616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651435" y="169373"/>
            <a:ext cx="7840980" cy="9512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200"/>
              <a:buNone/>
              <a:defRPr sz="3200" b="1">
                <a:solidFill>
                  <a:srgbClr val="D5C48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" name="Google Shape;40;p8">
            <a:extLst>
              <a:ext uri="{FF2B5EF4-FFF2-40B4-BE49-F238E27FC236}">
                <a16:creationId xmlns:a16="http://schemas.microsoft.com/office/drawing/2014/main" id="{1BF653FF-8058-4260-9D1B-D73D063613AE}"/>
              </a:ext>
            </a:extLst>
          </p:cNvPr>
          <p:cNvSpPr/>
          <p:nvPr userDrawn="1"/>
        </p:nvSpPr>
        <p:spPr>
          <a:xfrm>
            <a:off x="6752715" y="4432402"/>
            <a:ext cx="1739700" cy="10985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9015FA-FF76-44DC-8638-B85258D4C9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97924" y="1553873"/>
            <a:ext cx="2694491" cy="2752226"/>
          </a:xfrm>
          <a:prstGeom prst="roundRect">
            <a:avLst>
              <a:gd name="adj" fmla="val 5079"/>
            </a:avLst>
          </a:prstGeom>
        </p:spPr>
        <p:txBody>
          <a:bodyPr/>
          <a:lstStyle>
            <a:lvl1pPr marL="139700" indent="0" algn="ctr">
              <a:buNone/>
              <a:defRPr/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Icon To Insert Image</a:t>
            </a:r>
            <a:endParaRPr lang="en-ID"/>
          </a:p>
        </p:txBody>
      </p:sp>
      <p:sp>
        <p:nvSpPr>
          <p:cNvPr id="11" name="Google Shape;21;p4">
            <a:extLst>
              <a:ext uri="{FF2B5EF4-FFF2-40B4-BE49-F238E27FC236}">
                <a16:creationId xmlns:a16="http://schemas.microsoft.com/office/drawing/2014/main" id="{5D958050-6582-4CA3-9D4C-FB180882DA67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651434" y="1553873"/>
            <a:ext cx="4968781" cy="27522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E40"/>
              </a:buClr>
              <a:buSzPct val="100000"/>
              <a:buChar char="●"/>
              <a:defRPr sz="2000">
                <a:solidFill>
                  <a:srgbClr val="192E40"/>
                </a:solidFill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7068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 userDrawn="1">
  <p:cSld name="1_Section title and 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3;p9">
            <a:extLst>
              <a:ext uri="{FF2B5EF4-FFF2-40B4-BE49-F238E27FC236}">
                <a16:creationId xmlns:a16="http://schemas.microsoft.com/office/drawing/2014/main" id="{FE3BA617-58E3-4671-86C2-ADA0665BE98F}"/>
              </a:ext>
            </a:extLst>
          </p:cNvPr>
          <p:cNvSpPr/>
          <p:nvPr userDrawn="1"/>
        </p:nvSpPr>
        <p:spPr>
          <a:xfrm rot="10800000" flipH="1">
            <a:off x="-75" y="1298390"/>
            <a:ext cx="9144000" cy="384510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651435" y="169373"/>
            <a:ext cx="7840980" cy="9512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200"/>
              <a:buNone/>
              <a:defRPr sz="3200" b="1">
                <a:solidFill>
                  <a:srgbClr val="192E4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pic>
        <p:nvPicPr>
          <p:cNvPr id="10" name="Picture 9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DEA0859E-C6C4-4C53-AC75-8085BFCFDD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471605"/>
            <a:ext cx="1519168" cy="506389"/>
          </a:xfrm>
          <a:prstGeom prst="rect">
            <a:avLst/>
          </a:prstGeom>
        </p:spPr>
      </p:pic>
      <p:sp>
        <p:nvSpPr>
          <p:cNvPr id="12" name="Google Shape;21;p4">
            <a:extLst>
              <a:ext uri="{FF2B5EF4-FFF2-40B4-BE49-F238E27FC236}">
                <a16:creationId xmlns:a16="http://schemas.microsoft.com/office/drawing/2014/main" id="{C49F5EC4-E3C1-40FF-882B-4FA467EA9F66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651433" y="1553873"/>
            <a:ext cx="7840981" cy="27522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48A"/>
              </a:buClr>
              <a:buSzPct val="100000"/>
              <a:buChar char="●"/>
              <a:defRPr sz="2000">
                <a:solidFill>
                  <a:srgbClr val="D5C48A"/>
                </a:solidFill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" name="Google Shape;40;p8">
            <a:extLst>
              <a:ext uri="{FF2B5EF4-FFF2-40B4-BE49-F238E27FC236}">
                <a16:creationId xmlns:a16="http://schemas.microsoft.com/office/drawing/2014/main" id="{F46FC3BA-D12E-4E95-A2F4-05D3D78B5E16}"/>
              </a:ext>
            </a:extLst>
          </p:cNvPr>
          <p:cNvSpPr/>
          <p:nvPr userDrawn="1"/>
        </p:nvSpPr>
        <p:spPr>
          <a:xfrm>
            <a:off x="972000" y="1247264"/>
            <a:ext cx="7200000" cy="1022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992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 userDrawn="1">
  <p:cSld name="1_Section title and 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43;p9">
            <a:extLst>
              <a:ext uri="{FF2B5EF4-FFF2-40B4-BE49-F238E27FC236}">
                <a16:creationId xmlns:a16="http://schemas.microsoft.com/office/drawing/2014/main" id="{FE3BA617-58E3-4671-86C2-ADA0665BE98F}"/>
              </a:ext>
            </a:extLst>
          </p:cNvPr>
          <p:cNvSpPr/>
          <p:nvPr userDrawn="1"/>
        </p:nvSpPr>
        <p:spPr>
          <a:xfrm rot="10800000" flipH="1">
            <a:off x="-75" y="1298390"/>
            <a:ext cx="9144000" cy="384510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651435" y="169373"/>
            <a:ext cx="7840980" cy="9512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200"/>
              <a:buNone/>
              <a:defRPr sz="3200" b="1">
                <a:solidFill>
                  <a:srgbClr val="192E4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7AC027F2-D627-4A7B-9DAD-1E6CD6F0F8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1435" y="1553873"/>
            <a:ext cx="2694491" cy="2752226"/>
          </a:xfrm>
          <a:prstGeom prst="roundRect">
            <a:avLst>
              <a:gd name="adj" fmla="val 5079"/>
            </a:avLst>
          </a:prstGeom>
        </p:spPr>
        <p:txBody>
          <a:bodyPr/>
          <a:lstStyle>
            <a:lvl1pPr marL="139700" indent="0" algn="ctr">
              <a:buNone/>
              <a:defRPr/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Click Icon To Insert Image</a:t>
            </a:r>
            <a:endParaRPr lang="en-ID"/>
          </a:p>
        </p:txBody>
      </p:sp>
      <p:pic>
        <p:nvPicPr>
          <p:cNvPr id="12" name="Picture 11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B71961F4-58F4-415F-8D19-B67C8C4D95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467738"/>
            <a:ext cx="1519168" cy="506389"/>
          </a:xfrm>
          <a:prstGeom prst="rect">
            <a:avLst/>
          </a:prstGeom>
        </p:spPr>
      </p:pic>
      <p:sp>
        <p:nvSpPr>
          <p:cNvPr id="16" name="Google Shape;21;p4">
            <a:extLst>
              <a:ext uri="{FF2B5EF4-FFF2-40B4-BE49-F238E27FC236}">
                <a16:creationId xmlns:a16="http://schemas.microsoft.com/office/drawing/2014/main" id="{60C1CC84-3124-4729-A358-A49AA088B36D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3523634" y="1553873"/>
            <a:ext cx="4968780" cy="27522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C48A"/>
              </a:buClr>
              <a:buSzPct val="100000"/>
              <a:buChar char="●"/>
              <a:defRPr sz="2000">
                <a:solidFill>
                  <a:srgbClr val="D5C48A"/>
                </a:solidFill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" name="Google Shape;40;p8">
            <a:extLst>
              <a:ext uri="{FF2B5EF4-FFF2-40B4-BE49-F238E27FC236}">
                <a16:creationId xmlns:a16="http://schemas.microsoft.com/office/drawing/2014/main" id="{044E0399-BF0E-443D-A981-23776EAFF661}"/>
              </a:ext>
            </a:extLst>
          </p:cNvPr>
          <p:cNvSpPr/>
          <p:nvPr userDrawn="1"/>
        </p:nvSpPr>
        <p:spPr>
          <a:xfrm>
            <a:off x="972000" y="1247264"/>
            <a:ext cx="7200000" cy="10225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6358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 preserve="1" userDrawn="1">
  <p:cSld name="1_One column text 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44;p9">
            <a:extLst>
              <a:ext uri="{FF2B5EF4-FFF2-40B4-BE49-F238E27FC236}">
                <a16:creationId xmlns:a16="http://schemas.microsoft.com/office/drawing/2014/main" id="{EFCC40B3-F1A1-4656-94D8-E9A2764777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1510" y="699523"/>
            <a:ext cx="7840980" cy="8770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200"/>
              <a:buNone/>
              <a:defRPr sz="3200" b="1">
                <a:solidFill>
                  <a:srgbClr val="192E4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pic>
        <p:nvPicPr>
          <p:cNvPr id="11" name="Picture 10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4B8D26BE-6096-4F69-B22E-303F0046A9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413922"/>
            <a:ext cx="1519168" cy="506389"/>
          </a:xfrm>
          <a:prstGeom prst="rect">
            <a:avLst/>
          </a:prstGeom>
        </p:spPr>
      </p:pic>
      <p:sp>
        <p:nvSpPr>
          <p:cNvPr id="12" name="Google Shape;21;p4">
            <a:extLst>
              <a:ext uri="{FF2B5EF4-FFF2-40B4-BE49-F238E27FC236}">
                <a16:creationId xmlns:a16="http://schemas.microsoft.com/office/drawing/2014/main" id="{3C195764-82F0-487D-99F8-8B35CFE7C183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651510" y="1642945"/>
            <a:ext cx="7840904" cy="266315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E40"/>
              </a:buClr>
              <a:buSzPct val="100000"/>
              <a:buChar char="●"/>
              <a:defRPr sz="2000">
                <a:solidFill>
                  <a:srgbClr val="192E40"/>
                </a:solidFill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" name="Google Shape;130;p20">
            <a:extLst>
              <a:ext uri="{FF2B5EF4-FFF2-40B4-BE49-F238E27FC236}">
                <a16:creationId xmlns:a16="http://schemas.microsoft.com/office/drawing/2014/main" id="{3842C340-AAC0-4F64-A759-5897785B7DF8}"/>
              </a:ext>
            </a:extLst>
          </p:cNvPr>
          <p:cNvSpPr/>
          <p:nvPr userDrawn="1"/>
        </p:nvSpPr>
        <p:spPr>
          <a:xfrm rot="10800000" flipH="1">
            <a:off x="-413656" y="-1"/>
            <a:ext cx="3722914" cy="336165"/>
          </a:xfrm>
          <a:prstGeom prst="parallelogram">
            <a:avLst>
              <a:gd name="adj" fmla="val 7523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40;p8">
            <a:extLst>
              <a:ext uri="{FF2B5EF4-FFF2-40B4-BE49-F238E27FC236}">
                <a16:creationId xmlns:a16="http://schemas.microsoft.com/office/drawing/2014/main" id="{778A7AA0-CD75-4ED7-9E85-202A282327A2}"/>
              </a:ext>
            </a:extLst>
          </p:cNvPr>
          <p:cNvSpPr/>
          <p:nvPr userDrawn="1"/>
        </p:nvSpPr>
        <p:spPr>
          <a:xfrm flipH="1">
            <a:off x="2812161" y="5047159"/>
            <a:ext cx="6636638" cy="160021"/>
          </a:xfrm>
          <a:prstGeom prst="parallelogram">
            <a:avLst>
              <a:gd name="adj" fmla="val 78091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30;p20">
            <a:extLst>
              <a:ext uri="{FF2B5EF4-FFF2-40B4-BE49-F238E27FC236}">
                <a16:creationId xmlns:a16="http://schemas.microsoft.com/office/drawing/2014/main" id="{515145AE-5DD3-44FB-85AF-B14E4E47C3F9}"/>
              </a:ext>
            </a:extLst>
          </p:cNvPr>
          <p:cNvSpPr/>
          <p:nvPr userDrawn="1"/>
        </p:nvSpPr>
        <p:spPr>
          <a:xfrm rot="10800000" flipH="1">
            <a:off x="-159656" y="4945313"/>
            <a:ext cx="3418114" cy="278196"/>
          </a:xfrm>
          <a:prstGeom prst="parallelogram">
            <a:avLst>
              <a:gd name="adj" fmla="val 7523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40;p8">
            <a:extLst>
              <a:ext uri="{FF2B5EF4-FFF2-40B4-BE49-F238E27FC236}">
                <a16:creationId xmlns:a16="http://schemas.microsoft.com/office/drawing/2014/main" id="{3E58D8C8-5C41-4B49-B8CF-C1832FE21BA9}"/>
              </a:ext>
            </a:extLst>
          </p:cNvPr>
          <p:cNvSpPr/>
          <p:nvPr userDrawn="1"/>
        </p:nvSpPr>
        <p:spPr>
          <a:xfrm flipH="1">
            <a:off x="2812161" y="48396"/>
            <a:ext cx="6636638" cy="239370"/>
          </a:xfrm>
          <a:prstGeom prst="parallelogram">
            <a:avLst>
              <a:gd name="adj" fmla="val 78091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30;p20">
            <a:extLst>
              <a:ext uri="{FF2B5EF4-FFF2-40B4-BE49-F238E27FC236}">
                <a16:creationId xmlns:a16="http://schemas.microsoft.com/office/drawing/2014/main" id="{AD6531B1-92F4-4662-8880-057EAF49FF07}"/>
              </a:ext>
            </a:extLst>
          </p:cNvPr>
          <p:cNvSpPr/>
          <p:nvPr userDrawn="1"/>
        </p:nvSpPr>
        <p:spPr>
          <a:xfrm rot="10800000" flipH="1">
            <a:off x="5537201" y="207757"/>
            <a:ext cx="3418114" cy="160018"/>
          </a:xfrm>
          <a:prstGeom prst="parallelogram">
            <a:avLst>
              <a:gd name="adj" fmla="val 7523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87921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 preserve="1" userDrawn="1">
  <p:cSld name="1_One column text 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44;p9">
            <a:extLst>
              <a:ext uri="{FF2B5EF4-FFF2-40B4-BE49-F238E27FC236}">
                <a16:creationId xmlns:a16="http://schemas.microsoft.com/office/drawing/2014/main" id="{EFCC40B3-F1A1-4656-94D8-E9A2764777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1510" y="699523"/>
            <a:ext cx="7840980" cy="8770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200"/>
              <a:buNone/>
              <a:defRPr sz="3200" b="1">
                <a:solidFill>
                  <a:srgbClr val="192E4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pic>
        <p:nvPicPr>
          <p:cNvPr id="11" name="Picture 10" descr="A picture containing text, queen&#10;&#10;Description automatically generated">
            <a:extLst>
              <a:ext uri="{FF2B5EF4-FFF2-40B4-BE49-F238E27FC236}">
                <a16:creationId xmlns:a16="http://schemas.microsoft.com/office/drawing/2014/main" id="{4B8D26BE-6096-4F69-B22E-303F0046A9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2416" y="4474079"/>
            <a:ext cx="1519168" cy="506389"/>
          </a:xfrm>
          <a:prstGeom prst="rect">
            <a:avLst/>
          </a:prstGeom>
        </p:spPr>
      </p:pic>
      <p:sp>
        <p:nvSpPr>
          <p:cNvPr id="12" name="Google Shape;21;p4">
            <a:extLst>
              <a:ext uri="{FF2B5EF4-FFF2-40B4-BE49-F238E27FC236}">
                <a16:creationId xmlns:a16="http://schemas.microsoft.com/office/drawing/2014/main" id="{3C195764-82F0-487D-99F8-8B35CFE7C183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651510" y="1642945"/>
            <a:ext cx="7840904" cy="266315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E40"/>
              </a:buClr>
              <a:buSzPct val="100000"/>
              <a:buChar char="●"/>
              <a:defRPr sz="2000">
                <a:solidFill>
                  <a:srgbClr val="192E40"/>
                </a:solidFill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30;p20">
            <a:extLst>
              <a:ext uri="{FF2B5EF4-FFF2-40B4-BE49-F238E27FC236}">
                <a16:creationId xmlns:a16="http://schemas.microsoft.com/office/drawing/2014/main" id="{515145AE-5DD3-44FB-85AF-B14E4E47C3F9}"/>
              </a:ext>
            </a:extLst>
          </p:cNvPr>
          <p:cNvSpPr/>
          <p:nvPr userDrawn="1"/>
        </p:nvSpPr>
        <p:spPr>
          <a:xfrm rot="10800000" flipH="1">
            <a:off x="-1458684" y="4945313"/>
            <a:ext cx="3418114" cy="278196"/>
          </a:xfrm>
          <a:prstGeom prst="parallelogram">
            <a:avLst>
              <a:gd name="adj" fmla="val 7523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40;p8">
            <a:extLst>
              <a:ext uri="{FF2B5EF4-FFF2-40B4-BE49-F238E27FC236}">
                <a16:creationId xmlns:a16="http://schemas.microsoft.com/office/drawing/2014/main" id="{3E58D8C8-5C41-4B49-B8CF-C1832FE21BA9}"/>
              </a:ext>
            </a:extLst>
          </p:cNvPr>
          <p:cNvSpPr/>
          <p:nvPr userDrawn="1"/>
        </p:nvSpPr>
        <p:spPr>
          <a:xfrm flipH="1">
            <a:off x="6052296" y="-30062"/>
            <a:ext cx="3418114" cy="239924"/>
          </a:xfrm>
          <a:prstGeom prst="parallelogram">
            <a:avLst>
              <a:gd name="adj" fmla="val 78091"/>
            </a:avLst>
          </a:prstGeom>
          <a:gradFill>
            <a:gsLst>
              <a:gs pos="0">
                <a:srgbClr val="C4AD72"/>
              </a:gs>
              <a:gs pos="48000">
                <a:srgbClr val="FFFEC7"/>
              </a:gs>
              <a:gs pos="100000">
                <a:srgbClr val="FFFEC7"/>
              </a:gs>
              <a:gs pos="74000">
                <a:srgbClr val="C4AD72"/>
              </a:gs>
            </a:gsLst>
            <a:path path="circle">
              <a:fillToRect l="100000" t="100000"/>
            </a:path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30;p20">
            <a:extLst>
              <a:ext uri="{FF2B5EF4-FFF2-40B4-BE49-F238E27FC236}">
                <a16:creationId xmlns:a16="http://schemas.microsoft.com/office/drawing/2014/main" id="{AD6531B1-92F4-4662-8880-057EAF49FF07}"/>
              </a:ext>
            </a:extLst>
          </p:cNvPr>
          <p:cNvSpPr/>
          <p:nvPr userDrawn="1"/>
        </p:nvSpPr>
        <p:spPr>
          <a:xfrm rot="10800000" flipH="1">
            <a:off x="6400622" y="149465"/>
            <a:ext cx="3418114" cy="119685"/>
          </a:xfrm>
          <a:prstGeom prst="parallelogram">
            <a:avLst>
              <a:gd name="adj" fmla="val 7523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8007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8">
            <a:alphaModFix amt="50000"/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6100" y="445025"/>
            <a:ext cx="7691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Semi Condensed"/>
              <a:buNone/>
              <a:defRPr sz="30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Semi Condensed"/>
              <a:buNone/>
              <a:defRPr sz="30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Semi Condensed"/>
              <a:buNone/>
              <a:defRPr sz="30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Semi Condensed"/>
              <a:buNone/>
              <a:defRPr sz="30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Semi Condensed"/>
              <a:buNone/>
              <a:defRPr sz="30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Semi Condensed"/>
              <a:buNone/>
              <a:defRPr sz="30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Semi Condensed"/>
              <a:buNone/>
              <a:defRPr sz="30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Semi Condensed"/>
              <a:buNone/>
              <a:defRPr sz="30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Semi Condensed"/>
              <a:buNone/>
              <a:defRPr sz="3000">
                <a:solidFill>
                  <a:schemeClr val="dk1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6100" y="1152475"/>
            <a:ext cx="7691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4" r:id="rId3"/>
    <p:sldLayoutId id="2147483679" r:id="rId4"/>
    <p:sldLayoutId id="2147483676" r:id="rId5"/>
    <p:sldLayoutId id="2147483680" r:id="rId6"/>
    <p:sldLayoutId id="2147483681" r:id="rId7"/>
    <p:sldLayoutId id="2147483682" r:id="rId8"/>
    <p:sldLayoutId id="2147483684" r:id="rId9"/>
    <p:sldLayoutId id="2147483685" r:id="rId10"/>
    <p:sldLayoutId id="2147483670" r:id="rId11"/>
    <p:sldLayoutId id="2147483675" r:id="rId12"/>
    <p:sldLayoutId id="2147483677" r:id="rId13"/>
    <p:sldLayoutId id="2147483678" r:id="rId14"/>
    <p:sldLayoutId id="2147483687" r:id="rId15"/>
    <p:sldLayoutId id="2147483688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.id/sayembara_2627" TargetMode="Externa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s.id/sayembara_2627" TargetMode="Externa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51C8D-6FC8-4753-AF99-BB72DE333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35" y="1987458"/>
            <a:ext cx="7840980" cy="797882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rgbClr val="0021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Alive in Christ (Colossians 2: 13-14)</a:t>
            </a:r>
            <a:br>
              <a:rPr lang="en-US" sz="2800" dirty="0">
                <a:solidFill>
                  <a:srgbClr val="0021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2000" b="0" dirty="0" err="1">
                <a:solidFill>
                  <a:srgbClr val="0021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Sayembara</a:t>
            </a:r>
            <a:r>
              <a:rPr lang="en-US" sz="2000" b="0" dirty="0">
                <a:solidFill>
                  <a:srgbClr val="0021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Tema Sekolah SDH, HIS, dan SLH 2026/2027</a:t>
            </a:r>
            <a:endParaRPr lang="en-ID" sz="2000" b="0" dirty="0">
              <a:solidFill>
                <a:srgbClr val="00215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181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9889E-4623-4D2D-815E-D89698764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Pengantar</a:t>
            </a:r>
            <a:endParaRPr lang="en-ID" i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CCC71-C8C0-49DE-BB6F-91D247D897FC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 anchor="t"/>
          <a:lstStyle/>
          <a:p>
            <a:pPr marL="0" indent="0" algn="just">
              <a:buNone/>
            </a:pP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Sebagai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bagian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awal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dari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perjalanan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menghayati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Tema Sekolah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Tahun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Ajaran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2026/2027,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marilah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seluruh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keluarga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besar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SDH (Sekolah Dian Harapan), HIS (Hope Intercultural School), dan SLH (Sekolah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Lentera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Harapan)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merenungkannya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dengan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berekspresi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melalui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kreasi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Logo Tema dan Lagu Tema. Adapun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beberapa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hal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perlu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diperhatikan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sayembara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ini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adalah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sebagai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berikut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endParaRPr lang="en-ID" sz="1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417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9889E-4623-4D2D-815E-D89698764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II.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Ketentuan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Sayembara</a:t>
            </a:r>
            <a:endParaRPr lang="en-ID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CCC71-C8C0-49DE-BB6F-91D247D897FC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 anchor="t"/>
          <a:lstStyle/>
          <a:p>
            <a:pPr marL="0" indent="0">
              <a:buNone/>
            </a:pP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Tahun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Ajaran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2026/2027,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Sayembara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Tema Sekolah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diselenggarakan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dalam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tiga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kategori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sebagai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berikut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Lagu Tema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tingkat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Pendidikan Anak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Usia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Dini dan Sekolah Dasar (Junior)</a:t>
            </a:r>
          </a:p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Lagu Tema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tingkat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Sekolah </a:t>
            </a:r>
            <a:r>
              <a:rPr lang="en-US" sz="1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Menengah</a:t>
            </a:r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(Senior)</a:t>
            </a:r>
          </a:p>
          <a:p>
            <a:r>
              <a:rPr lang="en-US" sz="1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Logo Tema</a:t>
            </a:r>
          </a:p>
          <a:p>
            <a:pPr marL="0" indent="0">
              <a:buNone/>
            </a:pPr>
            <a:endParaRPr lang="en-US" sz="1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883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8C338-9910-9D30-9F0B-BC3126CC7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4E37F-D81D-2837-EDEF-417982603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III.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Ketentuan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Sayembara</a:t>
            </a:r>
            <a:endParaRPr lang="en-ID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47E9A-A610-B7CB-E322-EEBF2291580F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 anchor="t"/>
          <a:lstStyle/>
          <a:p>
            <a:pPr marL="228600" indent="-228600">
              <a:buFont typeface="+mj-lt"/>
              <a:buAutoNum type="arabicPeriod"/>
            </a:pPr>
            <a:r>
              <a:rPr lang="en-US" sz="12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Ketentuan</a:t>
            </a:r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peserta</a:t>
            </a:r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marL="457200" indent="-228600">
              <a:buFont typeface="+mj-lt"/>
              <a:buAutoNum type="alphaLcPeriod"/>
            </a:pP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Sayembara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dibuka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seluruh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keluarga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besar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SDH, HIS, dan SLH,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dari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murid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kelas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1-12, guru, dan juga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staf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marL="457200" indent="-228600">
              <a:buFont typeface="+mj-lt"/>
              <a:buAutoNum type="alphaLcPeriod"/>
            </a:pP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Peserta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mengerjakan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karya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secara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individu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ataupun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berkelompok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marL="457200" indent="-228600">
              <a:buFont typeface="+mj-lt"/>
              <a:buAutoNum type="alphaLcPeriod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Guru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menjadi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anggota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peserta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atau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sebagai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mentor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maupun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fasilitator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228600">
              <a:buFont typeface="+mj-lt"/>
              <a:buAutoNum type="alphaLcPeriod"/>
            </a:pP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Peserta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mengikuti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seluruh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kategori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satembara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(Logo Tema dan Lagu Tema) </a:t>
            </a:r>
          </a:p>
          <a:p>
            <a:pPr marL="457200" indent="-228600">
              <a:buFont typeface="+mj-lt"/>
              <a:buAutoNum type="alphaLcPeriod"/>
            </a:pP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Peserta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hanya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mengirimkan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satu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karya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masing-masing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kategori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marL="457200" indent="-228600">
              <a:buFont typeface="+mj-lt"/>
              <a:buAutoNum type="alphaLcPeriod"/>
            </a:pP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Peserta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wajib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mengisi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link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pendaftaran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mengumpulkannya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beserta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dengan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karya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dibuat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paling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lambat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tanggal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23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Februari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2026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Logo Tema dan 6 Maret 2026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Lagu Tema. </a:t>
            </a:r>
          </a:p>
          <a:p>
            <a:pPr marL="457200" indent="-228600">
              <a:buFont typeface="+mj-lt"/>
              <a:buAutoNum type="alphaLcPeriod"/>
            </a:pP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Peserta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telah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meraih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penghargaan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pada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tahun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ajaran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sebelumnya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(TA 2024/2025) pada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kategori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logo,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lagu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tema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junior, dan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lagu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tema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senior,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diharapkan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memberikan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kesempatan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kepada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peserta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lainnya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berpartisipasi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457200" indent="-228600">
              <a:buFont typeface="+mj-lt"/>
              <a:buAutoNum type="alphaLcPeriod"/>
            </a:pP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89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7D107BF-D4D7-6A3A-E687-5E4355473499}"/>
              </a:ext>
            </a:extLst>
          </p:cNvPr>
          <p:cNvSpPr txBox="1">
            <a:spLocks/>
          </p:cNvSpPr>
          <p:nvPr/>
        </p:nvSpPr>
        <p:spPr>
          <a:xfrm>
            <a:off x="651434" y="1860023"/>
            <a:ext cx="7840979" cy="24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7013" marR="0" lvl="0" indent="-2270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E40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2155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2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pPr marL="230188" lvl="0" indent="-230188">
              <a:buNone/>
            </a:pPr>
            <a:r>
              <a:rPr lang="id-ID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</a:t>
            </a:r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Ketentuan Umum</a:t>
            </a:r>
          </a:p>
          <a:p>
            <a:pPr marL="461963" lvl="0" indent="-231775">
              <a:buFont typeface="+mj-lt"/>
              <a:buAutoNum type="alphaLcPeriod"/>
            </a:pP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Head Office berhak untuk melakukan revisi atas karya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terpilih</a:t>
            </a:r>
            <a:endParaRPr lang="id-ID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61963" lvl="0" indent="-231775">
              <a:buFont typeface="+mj-lt"/>
              <a:buAutoNum type="alphaLcPeriod"/>
            </a:pP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Hak cipta karya pemenang sayembara akan menjadi milik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SDH, HIS, dan SLH (</a:t>
            </a: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nama pencipta akan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dicantumkan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 dalam dokumen karya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684213" indent="-222250"/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Hak publikasi dan distribusi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</a:t>
            </a: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arya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</a:t>
            </a: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emenang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</a:t>
            </a: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ayembara akan dipegang oleh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SDH, HIS, dan SLH</a:t>
            </a:r>
          </a:p>
          <a:p>
            <a:pPr marL="684213" indent="-222250"/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Karya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</a:t>
            </a: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emenang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</a:t>
            </a: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ayembara akan digunakan pada berbagai kegiatan dan berbagai keperluan publikasi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SDH, HIS, dan SLH</a:t>
            </a:r>
            <a:endParaRPr lang="id-ID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61963" lvl="0" indent="-231775">
              <a:buFont typeface="+mj-lt"/>
              <a:buAutoNum type="alphaLcPeriod" startAt="3"/>
            </a:pP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Jika peserta/ tim mengikuti tiga kategori sayembara sekaligus, pengumpulan karya dilakukan dengan mengisi </a:t>
            </a:r>
            <a:r>
              <a:rPr lang="id-ID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form</a:t>
            </a: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pendaftaran sebanyak tiga kali, masing-masing untuk tiap sayembara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id-ID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61963" lvl="0" indent="-231775">
              <a:buFont typeface="+mj-lt"/>
              <a:buAutoNum type="alphaLcPeriod" startAt="3"/>
            </a:pP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Pemenang akan mendapatkan apresiasi</a:t>
            </a:r>
          </a:p>
          <a:p>
            <a:pPr marL="461963" lvl="0" indent="-231775">
              <a:buFont typeface="+mj-lt"/>
              <a:buAutoNum type="alphaLcPeriod" startAt="3"/>
            </a:pP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Head Office berhak melakukan diskualifikasi jika mendapati peserta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yang </a:t>
            </a: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terbukti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melanggar</a:t>
            </a: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ketentuan sayembara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3E1EAAB-4F34-938B-4429-C2766A2D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35" y="897212"/>
            <a:ext cx="7840980" cy="797882"/>
          </a:xfrm>
        </p:spPr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III.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Ketentuan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Sayembara</a:t>
            </a:r>
            <a:endParaRPr lang="en-ID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230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EA0B4-3711-C6C0-7CAF-A6EC9E82E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71D188-B3D9-FD08-2DE9-73B9FE2C3EDE}"/>
              </a:ext>
            </a:extLst>
          </p:cNvPr>
          <p:cNvSpPr txBox="1">
            <a:spLocks/>
          </p:cNvSpPr>
          <p:nvPr/>
        </p:nvSpPr>
        <p:spPr>
          <a:xfrm>
            <a:off x="651434" y="1860023"/>
            <a:ext cx="7840979" cy="24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7013" marR="0" lvl="0" indent="-2270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E40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2155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2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pPr marL="228600" lvl="0" indent="-228600">
              <a:lnSpc>
                <a:spcPct val="107000"/>
              </a:lnSpc>
              <a:buFont typeface="+mj-lt"/>
              <a:buAutoNum type="arabicPeriod" startAt="3"/>
            </a:pPr>
            <a:r>
              <a:rPr lang="id-ID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Ketentuan Karya Lagu dan Karya Logo</a:t>
            </a:r>
          </a:p>
          <a:p>
            <a:pPr marL="571500" lvl="0" indent="-342900">
              <a:lnSpc>
                <a:spcPct val="107000"/>
              </a:lnSpc>
              <a:buNone/>
            </a:pPr>
            <a:r>
              <a:rPr lang="id-ID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3.1</a:t>
            </a:r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	</a:t>
            </a:r>
            <a:r>
              <a:rPr lang="id-ID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Ketentuan Karya Lagu Tema</a:t>
            </a:r>
          </a:p>
          <a:p>
            <a:pPr marL="800100" lvl="0" indent="-233363">
              <a:lnSpc>
                <a:spcPct val="130000"/>
              </a:lnSpc>
              <a:buFont typeface="+mj-lt"/>
              <a:buAutoNum type="alphaLcPeriod"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</a:t>
            </a: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ema Lagu adalah </a:t>
            </a:r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Alive in Christ</a:t>
            </a:r>
          </a:p>
          <a:p>
            <a:pPr marL="800100" lvl="0" indent="-233363">
              <a:lnSpc>
                <a:spcPct val="130000"/>
              </a:lnSpc>
              <a:buFont typeface="+mj-lt"/>
              <a:buAutoNum type="alphaLcPeriod"/>
            </a:pP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Kriteria penilaian lagu Tema Sekolah tahun ajaran 202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/202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tertera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pada file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rubrik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diakses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melalui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website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Sayembara</a:t>
            </a:r>
            <a:endParaRPr lang="id-ID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indent="-233363">
              <a:lnSpc>
                <a:spcPct val="130000"/>
              </a:lnSpc>
              <a:buFont typeface="+mj-lt"/>
              <a:buAutoNum type="alphaLcPeriod"/>
            </a:pP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Lagu dikumpulkan dalam format WAV, WMA, AAC atau MP3 pada saat mengisi </a:t>
            </a:r>
            <a:r>
              <a:rPr lang="en-US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</a:t>
            </a:r>
            <a:r>
              <a:rPr lang="id-ID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orm </a:t>
            </a: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pendaftaran :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2"/>
              </a:rPr>
              <a:t>https://s.id/sayembara_2627</a:t>
            </a:r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juga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diakses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melalui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website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Sayembara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</a:p>
          <a:p>
            <a:pPr marL="800100" indent="-233363">
              <a:lnSpc>
                <a:spcPct val="130000"/>
              </a:lnSpc>
              <a:buFont typeface="+mj-lt"/>
              <a:buAutoNum type="alphaLcPeriod"/>
            </a:pP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Karya Lagu Tema dapat direkam dengan media apa saja yang memungkinkan (dari menggunakan HP hingga rekaman di studio)</a:t>
            </a:r>
          </a:p>
          <a:p>
            <a:pPr marL="0" lvl="0" indent="0">
              <a:lnSpc>
                <a:spcPct val="107000"/>
              </a:lnSpc>
              <a:buNone/>
            </a:pPr>
            <a:endParaRPr lang="id-ID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DD6C43D-31D7-E29A-BDFB-2853BE370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35" y="897212"/>
            <a:ext cx="7840980" cy="797882"/>
          </a:xfrm>
        </p:spPr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III.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Ketentuan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Sayembara</a:t>
            </a:r>
            <a:endParaRPr lang="en-ID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44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28451-5E0B-AE36-7E3F-E8D8B1BB3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7B8838B-375A-A671-32A7-4E780FEF292C}"/>
              </a:ext>
            </a:extLst>
          </p:cNvPr>
          <p:cNvSpPr txBox="1">
            <a:spLocks/>
          </p:cNvSpPr>
          <p:nvPr/>
        </p:nvSpPr>
        <p:spPr>
          <a:xfrm>
            <a:off x="651434" y="1860023"/>
            <a:ext cx="7840979" cy="24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7013" marR="0" lvl="0" indent="-2270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E40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2155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2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pPr marL="571500" lvl="0" indent="-342900">
              <a:lnSpc>
                <a:spcPct val="107000"/>
              </a:lnSpc>
              <a:buNone/>
            </a:pPr>
            <a:r>
              <a:rPr lang="id-ID" sz="10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3.1</a:t>
            </a:r>
            <a:r>
              <a:rPr lang="en-US" sz="10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	</a:t>
            </a:r>
            <a:r>
              <a:rPr lang="id-ID" sz="10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Ketentuan Karya L</a:t>
            </a:r>
            <a:r>
              <a:rPr lang="en-US" sz="10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ogo</a:t>
            </a:r>
            <a:r>
              <a:rPr lang="id-ID" sz="10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Tema</a:t>
            </a:r>
          </a:p>
          <a:p>
            <a:pPr marL="800100" lvl="0" indent="-228600">
              <a:lnSpc>
                <a:spcPct val="140000"/>
              </a:lnSpc>
              <a:buFont typeface="+mj-lt"/>
              <a:buAutoNum type="alphaLcPeriod"/>
            </a:pPr>
            <a:r>
              <a:rPr lang="id-ID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Kriteria penilaian l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ogo</a:t>
            </a:r>
            <a:r>
              <a:rPr lang="id-ID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Tema Sekolah tahun ajaran 202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  <a:r>
              <a:rPr lang="id-ID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/202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</a:t>
            </a:r>
            <a:r>
              <a:rPr lang="id-ID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tertera pada file rubrik yang dapat diakses melalui </a:t>
            </a:r>
            <a:r>
              <a:rPr lang="en-US" sz="105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website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Sayembara</a:t>
            </a:r>
            <a:endParaRPr lang="en-US" sz="10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0" indent="-228600">
              <a:lnSpc>
                <a:spcPct val="140000"/>
              </a:lnSpc>
              <a:buFont typeface="+mj-lt"/>
              <a:buAutoNum type="alphaLcPeriod"/>
            </a:pP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Peserta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wajib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melampirkan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dokumen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penjelasan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terkait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logo yang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dibuat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logo digital,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peserta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juga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harus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menyertakan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palet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warna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digunakan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800100" lvl="0" indent="-228600">
              <a:lnSpc>
                <a:spcPct val="140000"/>
              </a:lnSpc>
              <a:buFont typeface="+mj-lt"/>
              <a:buAutoNum type="alphaLcPeriod"/>
            </a:pP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Logo Tema yang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dibuat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secara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manual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harus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di </a:t>
            </a:r>
            <a:r>
              <a:rPr lang="en-US" sz="105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scan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untuk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dikumpulkan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bersamaan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dengan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form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pendaftaran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telah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diisi</a:t>
            </a:r>
            <a:endParaRPr lang="en-US" sz="105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800100" lvl="0" indent="-228600">
              <a:lnSpc>
                <a:spcPct val="140000"/>
              </a:lnSpc>
              <a:buFont typeface="+mj-lt"/>
              <a:buAutoNum type="alphaLcPeriod"/>
            </a:pP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Logo yang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dibuat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digital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dikumpulkan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dengan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format PNG, EPS, CDR, AI,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atau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CSV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beserta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dengan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dokumen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penjelasan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logo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bersamaan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ketika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mengisi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form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pendaftaran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800100" indent="-228600">
              <a:lnSpc>
                <a:spcPct val="140000"/>
              </a:lnSpc>
              <a:buFont typeface="+mj-lt"/>
              <a:buAutoNum type="alphaLcPeriod"/>
            </a:pP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Form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pengumpulan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logo: </a:t>
            </a:r>
            <a:r>
              <a:rPr lang="en-US" sz="10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2"/>
              </a:rPr>
              <a:t>https://s.id/sayembara_2627</a:t>
            </a:r>
            <a:r>
              <a:rPr lang="en-US" sz="105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dapat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juga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diakses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melalui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website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5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Sayembara</a:t>
            </a:r>
            <a:r>
              <a:rPr lang="en-US" sz="105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143F052-EA13-4F4E-4A55-A32A0DA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35" y="897212"/>
            <a:ext cx="7840980" cy="797882"/>
          </a:xfrm>
        </p:spPr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III.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Ketentuan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Sayembara</a:t>
            </a:r>
            <a:endParaRPr lang="en-ID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133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8DFB1DB-6101-43AE-C947-F991AD086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35" y="897212"/>
            <a:ext cx="7840980" cy="797882"/>
          </a:xfrm>
        </p:spPr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IV.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Linimasa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Sayembara</a:t>
            </a:r>
            <a:endParaRPr lang="en-ID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D1B1453-43A0-4F4E-35E6-836DD27F84B4}"/>
              </a:ext>
            </a:extLst>
          </p:cNvPr>
          <p:cNvSpPr txBox="1">
            <a:spLocks/>
          </p:cNvSpPr>
          <p:nvPr/>
        </p:nvSpPr>
        <p:spPr>
          <a:xfrm>
            <a:off x="651434" y="1860023"/>
            <a:ext cx="7840979" cy="24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7013" marR="0" lvl="0" indent="-2270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E40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2155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2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pPr marL="0" lvl="0" indent="0">
              <a:lnSpc>
                <a:spcPct val="107000"/>
              </a:lnSpc>
              <a:buNone/>
            </a:pPr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Logo Tema</a:t>
            </a:r>
          </a:p>
          <a:p>
            <a:pPr marL="228600" lvl="0" indent="-228600">
              <a:lnSpc>
                <a:spcPct val="107000"/>
              </a:lnSpc>
              <a:buFont typeface="+mj-lt"/>
              <a:buAutoNum type="arabicPeriod"/>
            </a:pP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Publikasi dan Pendaftaran	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27 Januari 2026</a:t>
            </a:r>
            <a:endParaRPr lang="en-ID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28600" lvl="0" indent="-228600">
              <a:lnSpc>
                <a:spcPct val="107000"/>
              </a:lnSpc>
              <a:buFont typeface="+mj-lt"/>
              <a:buAutoNum type="arabicPeriod"/>
            </a:pP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Batas akhir pengumpulan karya 	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23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Februari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2026</a:t>
            </a:r>
            <a:endParaRPr lang="en-ID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28600" lvl="0" indent="-2286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Pengumuman Pemenang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: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Maret 2026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>
              <a:lnSpc>
                <a:spcPct val="107000"/>
              </a:lnSpc>
              <a:buNone/>
            </a:pPr>
            <a:r>
              <a:rPr lang="en-US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Lagu Tema</a:t>
            </a:r>
          </a:p>
          <a:p>
            <a:pPr marL="228600" lvl="0" indent="-228600">
              <a:lnSpc>
                <a:spcPct val="107000"/>
              </a:lnSpc>
              <a:buFont typeface="+mj-lt"/>
              <a:buAutoNum type="arabicPeriod"/>
            </a:pP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Publikasi dan Pendaftaran	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27 Januari 2026</a:t>
            </a:r>
            <a:endParaRPr lang="en-ID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28600" lvl="0" indent="-228600">
              <a:lnSpc>
                <a:spcPct val="107000"/>
              </a:lnSpc>
              <a:buFont typeface="+mj-lt"/>
              <a:buAutoNum type="arabicPeriod"/>
            </a:pP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Batas akhir pengumpulan karya 	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6 Maret 2026</a:t>
            </a:r>
            <a:endParaRPr lang="en-ID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28600" lvl="0" indent="-2286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Pengumuman Pemenang 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id-ID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: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Maret 2026</a:t>
            </a:r>
            <a:endParaRPr lang="en-ID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213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F54EAF5-7FC9-FFEC-EA26-615D87CBD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35" y="897212"/>
            <a:ext cx="7840980" cy="797882"/>
          </a:xfrm>
        </p:spPr>
        <p:txBody>
          <a:bodyPr/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V.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Narahubung</a:t>
            </a:r>
            <a:endParaRPr lang="en-ID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8CB77BE-D22C-058F-27BC-7079C760B3C7}"/>
              </a:ext>
            </a:extLst>
          </p:cNvPr>
          <p:cNvSpPr txBox="1">
            <a:spLocks/>
          </p:cNvSpPr>
          <p:nvPr/>
        </p:nvSpPr>
        <p:spPr>
          <a:xfrm>
            <a:off x="651434" y="1860023"/>
            <a:ext cx="7840979" cy="24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7013" marR="0" lvl="0" indent="-2270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2E40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2155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2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●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Encode Sans Semi Condensed"/>
              <a:buChar char="○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Encode Sans Semi Condensed"/>
              <a:buChar char="■"/>
              <a:defRPr sz="1400" b="0" i="0" u="none" strike="noStrike" cap="none">
                <a:solidFill>
                  <a:schemeClr val="dk2"/>
                </a:solidFill>
                <a:latin typeface="Encode Sans Semi Condensed"/>
                <a:ea typeface="Encode Sans Semi Condensed"/>
                <a:cs typeface="Encode Sans Semi Condensed"/>
                <a:sym typeface="Encode Sans Semi Condensed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Dedy Panggabean (dedy.panggabean@lentera.sch.id)</a:t>
            </a:r>
            <a:endParaRPr lang="en-ID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Nico Nainggolan (nico.nainggolan@sdh.or.id)</a:t>
            </a:r>
            <a:endParaRPr lang="en-ID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823426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 Annual Report by Slidesgo">
  <a:themeElements>
    <a:clrScheme name="Simple Light">
      <a:dk1>
        <a:srgbClr val="192E40"/>
      </a:dk1>
      <a:lt1>
        <a:srgbClr val="FCFCFC"/>
      </a:lt1>
      <a:dk2>
        <a:srgbClr val="192E40"/>
      </a:dk2>
      <a:lt2>
        <a:srgbClr val="EBF3F8"/>
      </a:lt2>
      <a:accent1>
        <a:srgbClr val="192E40"/>
      </a:accent1>
      <a:accent2>
        <a:srgbClr val="FFC479"/>
      </a:accent2>
      <a:accent3>
        <a:srgbClr val="FF9179"/>
      </a:accent3>
      <a:accent4>
        <a:srgbClr val="192E40"/>
      </a:accent4>
      <a:accent5>
        <a:srgbClr val="CBD9E2"/>
      </a:accent5>
      <a:accent6>
        <a:srgbClr val="FFC479"/>
      </a:accent6>
      <a:hlink>
        <a:srgbClr val="192E4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272722848744E8210973797C32B99" ma:contentTypeVersion="19" ma:contentTypeDescription="Create a new document." ma:contentTypeScope="" ma:versionID="eb4e76a005b26c650154bbd40aa3de8f">
  <xsd:schema xmlns:xsd="http://www.w3.org/2001/XMLSchema" xmlns:xs="http://www.w3.org/2001/XMLSchema" xmlns:p="http://schemas.microsoft.com/office/2006/metadata/properties" xmlns:ns2="b9837ebb-79de-458b-9956-80b6884e10b0" xmlns:ns3="e221d41e-2588-4db0-aef3-4526de973e29" targetNamespace="http://schemas.microsoft.com/office/2006/metadata/properties" ma:root="true" ma:fieldsID="66e26972be5e184043f1aa6625e44d6a" ns2:_="" ns3:_="">
    <xsd:import namespace="b9837ebb-79de-458b-9956-80b6884e10b0"/>
    <xsd:import namespace="e221d41e-2588-4db0-aef3-4526de973e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837ebb-79de-458b-9956-80b6884e10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822645d-bbc6-434d-bf36-84bd98ba6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21d41e-2588-4db0-aef3-4526de973e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4dcd9018-b542-4bc2-b492-fc012821e072}" ma:internalName="TaxCatchAll" ma:showField="CatchAllData" ma:web="e221d41e-2588-4db0-aef3-4526de973e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221d41e-2588-4db0-aef3-4526de973e29" xsi:nil="true"/>
    <lcf76f155ced4ddcb4097134ff3c332f xmlns="b9837ebb-79de-458b-9956-80b6884e10b0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EB57C6-D57F-4616-8E67-1AF5DEC7DB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837ebb-79de-458b-9956-80b6884e10b0"/>
    <ds:schemaRef ds:uri="e221d41e-2588-4db0-aef3-4526de973e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5C36EB-E001-4BE5-8795-8E4F8EAC2D76}">
  <ds:schemaRefs>
    <ds:schemaRef ds:uri="http://schemas.microsoft.com/office/2006/documentManagement/types"/>
    <ds:schemaRef ds:uri="http://www.w3.org/XML/1998/namespace"/>
    <ds:schemaRef ds:uri="e221d41e-2588-4db0-aef3-4526de973e29"/>
    <ds:schemaRef ds:uri="http://purl.org/dc/dcmitype/"/>
    <ds:schemaRef ds:uri="b9837ebb-79de-458b-9956-80b6884e10b0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3643ACBE-5831-4E90-8624-F4D000860F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704</Words>
  <Application>Microsoft Office PowerPoint</Application>
  <PresentationFormat>On-screen Show (16:9)</PresentationFormat>
  <Paragraphs>53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Modern Annual Report by Slidesgo</vt:lpstr>
      <vt:lpstr>Alive in Christ (Colossians 2: 13-14) Sayembara Tema Sekolah SDH, HIS, dan SLH 2026/2027</vt:lpstr>
      <vt:lpstr>I. Pengantar</vt:lpstr>
      <vt:lpstr>II. Ketentuan Sayembara</vt:lpstr>
      <vt:lpstr>III. Ketentuan Sayembara</vt:lpstr>
      <vt:lpstr>III. Ketentuan Sayembara</vt:lpstr>
      <vt:lpstr>III. Ketentuan Sayembara</vt:lpstr>
      <vt:lpstr>III. Ketentuan Sayembara</vt:lpstr>
      <vt:lpstr>IV. Linimasa Sayembara</vt:lpstr>
      <vt:lpstr>V. Narahubung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Sekolah Dian Harapan – Sekolah Lentera Harapan</dc:title>
  <dc:creator>alvin sebastian</dc:creator>
  <cp:lastModifiedBy>Alvin Pardomuan Sebastian</cp:lastModifiedBy>
  <cp:revision>6</cp:revision>
  <dcterms:modified xsi:type="dcterms:W3CDTF">2026-01-27T04:15:20Z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0x010100D45272722848744E8210973797C32B99</vt:lpwstr>
  </property>
  <property fmtid="{D5CDD505-2E9C-101B-9397-08002B2CF9AE}" pid="3" name="MediaServiceImageTags">
    <vt:lpwstr/>
  </property>
</Properties>
</file>