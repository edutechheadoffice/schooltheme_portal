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14"/>
  </p:notesMasterIdLst>
  <p:sldIdLst>
    <p:sldId id="377" r:id="rId5"/>
    <p:sldId id="407" r:id="rId6"/>
    <p:sldId id="408" r:id="rId7"/>
    <p:sldId id="417" r:id="rId8"/>
    <p:sldId id="410" r:id="rId9"/>
    <p:sldId id="418" r:id="rId10"/>
    <p:sldId id="419" r:id="rId11"/>
    <p:sldId id="414" r:id="rId12"/>
    <p:sldId id="415" r:id="rId13"/>
  </p:sldIdLst>
  <p:sldSz cx="9144000" cy="5143500" type="screen16x9"/>
  <p:notesSz cx="6858000" cy="9144000"/>
  <p:embeddedFontLst>
    <p:embeddedFont>
      <p:font typeface="Encode Sans Semi Condensed" panose="020B0604020202020204" charset="0"/>
      <p:regular r:id="rId15"/>
      <p:bold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9E6D96-C575-3A0E-6A9E-D3B07A953F5A}" name="Fini Chen" initials="FC" userId="S::fini@sdh.or.id::ad988e6d-b284-4034-a59b-7444b61d97fe" providerId="AD"/>
  <p188:author id="{B1FA03A5-0431-9E3C-4082-D4802A2AFF79}" name="Rifena Kurniawan" initials="RK" userId="S::rifena.kurniawan@sdh.or.id::78fd656c-e521-41e6-9e37-260eeebaad73" providerId="AD"/>
  <p188:author id="{308CBAD5-77D7-F50B-D02E-CE5D0F93A89A}" name="Alvin Pardomuan Sebastian" initials="AS" userId="S::alvin.sebastian@sdh.or.id::ca9f1cf4-b65f-4657-8faa-98da84114630" providerId="AD"/>
  <p188:author id="{9FF781FA-F225-3644-789B-CD15C16898C0}" name="Oh Yen Nie" initials="ON" userId="S::oh.yen.nie@sdh.or.id::ecfd2297-e95b-4e0c-83e6-f68f7643ab4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55"/>
    <a:srgbClr val="F1F1F1"/>
    <a:srgbClr val="192E40"/>
    <a:srgbClr val="D5C48A"/>
    <a:srgbClr val="FFFF00"/>
    <a:srgbClr val="C4AD73"/>
    <a:srgbClr val="DDCF96"/>
    <a:srgbClr val="0A5837"/>
    <a:srgbClr val="2A3659"/>
    <a:srgbClr val="C4A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BD7BB8-8A2E-4361-8E96-03420C642A7F}">
  <a:tblStyle styleId="{D1BD7BB8-8A2E-4361-8E96-03420C642A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80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-4" y="0"/>
            <a:ext cx="3573783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934335" y="1526591"/>
            <a:ext cx="4869359" cy="26473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  <a:defRPr sz="20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934335" y="332069"/>
            <a:ext cx="4869358" cy="9752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7" name="Picture 6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E3CF17C9-B699-44D5-825F-CC2BDA2AA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38924"/>
            <a:ext cx="1519168" cy="506389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ACAE6-E207-46E1-AF9C-76E5C689E3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" y="0"/>
            <a:ext cx="3573783" cy="5143500"/>
          </a:xfrm>
        </p:spPr>
        <p:txBody>
          <a:bodyPr/>
          <a:lstStyle>
            <a:lvl1pPr marL="0" indent="0" algn="ctr" defTabSz="179388">
              <a:buNone/>
              <a:defRPr>
                <a:solidFill>
                  <a:srgbClr val="D5C48A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0" name="Google Shape;15;p3">
            <a:extLst>
              <a:ext uri="{FF2B5EF4-FFF2-40B4-BE49-F238E27FC236}">
                <a16:creationId xmlns:a16="http://schemas.microsoft.com/office/drawing/2014/main" id="{DC0F5A09-DD64-4FAC-897A-63E2E7271855}"/>
              </a:ext>
            </a:extLst>
          </p:cNvPr>
          <p:cNvSpPr/>
          <p:nvPr userDrawn="1"/>
        </p:nvSpPr>
        <p:spPr>
          <a:xfrm rot="5400000">
            <a:off x="2703929" y="2497500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01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-5" y="0"/>
            <a:ext cx="5570222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Google Shape;15;p3">
            <a:extLst>
              <a:ext uri="{FF2B5EF4-FFF2-40B4-BE49-F238E27FC236}">
                <a16:creationId xmlns:a16="http://schemas.microsoft.com/office/drawing/2014/main" id="{B8391497-75D5-4900-A2DF-F907831E30F9}"/>
              </a:ext>
            </a:extLst>
          </p:cNvPr>
          <p:cNvSpPr/>
          <p:nvPr userDrawn="1"/>
        </p:nvSpPr>
        <p:spPr>
          <a:xfrm rot="5400000">
            <a:off x="4700367" y="2497500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E3CF17C9-B699-44D5-825F-CC2BDA2AA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38924"/>
            <a:ext cx="1519168" cy="506389"/>
          </a:xfrm>
          <a:prstGeom prst="rect">
            <a:avLst/>
          </a:prstGeom>
        </p:spPr>
      </p:pic>
      <p:sp>
        <p:nvSpPr>
          <p:cNvPr id="10" name="Google Shape;22;p4">
            <a:extLst>
              <a:ext uri="{FF2B5EF4-FFF2-40B4-BE49-F238E27FC236}">
                <a16:creationId xmlns:a16="http://schemas.microsoft.com/office/drawing/2014/main" id="{30EE404E-090A-4900-BF01-695BF63CDF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35981" y="1712250"/>
            <a:ext cx="2904216" cy="17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73B69CBD-AE03-4795-9098-2BD686BAC3F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303803" y="865435"/>
            <a:ext cx="4869359" cy="34126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4660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-5" y="0"/>
            <a:ext cx="5570222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72076" y="332069"/>
            <a:ext cx="4869358" cy="9752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D5C48A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7" name="Picture 6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E3CF17C9-B699-44D5-825F-CC2BDA2AA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38924"/>
            <a:ext cx="1519168" cy="506389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ACAE6-E207-46E1-AF9C-76E5C689E3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0217" y="0"/>
            <a:ext cx="3573783" cy="5143500"/>
          </a:xfrm>
        </p:spPr>
        <p:txBody>
          <a:bodyPr/>
          <a:lstStyle>
            <a:lvl1pPr marL="0" indent="0" algn="ctr" defTabSz="179388">
              <a:buNone/>
              <a:defRPr>
                <a:solidFill>
                  <a:srgbClr val="192E40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1" name="Google Shape;21;p4">
            <a:extLst>
              <a:ext uri="{FF2B5EF4-FFF2-40B4-BE49-F238E27FC236}">
                <a16:creationId xmlns:a16="http://schemas.microsoft.com/office/drawing/2014/main" id="{D7F9D7DE-8753-464F-BD0C-D2E6729919A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72076" y="1526592"/>
            <a:ext cx="4869358" cy="26473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5;p3">
            <a:extLst>
              <a:ext uri="{FF2B5EF4-FFF2-40B4-BE49-F238E27FC236}">
                <a16:creationId xmlns:a16="http://schemas.microsoft.com/office/drawing/2014/main" id="{2CD2B9A8-29D0-4A22-A695-CDD39851231A}"/>
              </a:ext>
            </a:extLst>
          </p:cNvPr>
          <p:cNvSpPr/>
          <p:nvPr userDrawn="1"/>
        </p:nvSpPr>
        <p:spPr>
          <a:xfrm rot="5400000">
            <a:off x="4704259" y="2497500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74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 rot="10800000" flipH="1">
            <a:off x="-47850" y="4100525"/>
            <a:ext cx="9239700" cy="120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6663914" y="4034279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C9A5243-B385-4C63-B2B1-4FA4C1D851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48883" y="491179"/>
            <a:ext cx="5646234" cy="3040566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192E40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450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;p8">
            <a:extLst>
              <a:ext uri="{FF2B5EF4-FFF2-40B4-BE49-F238E27FC236}">
                <a16:creationId xmlns:a16="http://schemas.microsoft.com/office/drawing/2014/main" id="{99DF8A5D-B10E-499B-9C24-9AC6C7F9BAF8}"/>
              </a:ext>
            </a:extLst>
          </p:cNvPr>
          <p:cNvSpPr/>
          <p:nvPr userDrawn="1"/>
        </p:nvSpPr>
        <p:spPr>
          <a:xfrm rot="10800000" flipH="1">
            <a:off x="0" y="-2"/>
            <a:ext cx="9144000" cy="41005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388100" y="1319219"/>
            <a:ext cx="6367800" cy="14669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>
                <a:solidFill>
                  <a:srgbClr val="D5C48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12" name="Picture 11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2C23EAB3-7CF0-4A2D-9CF3-D92B921F7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387909"/>
            <a:ext cx="1519168" cy="506389"/>
          </a:xfrm>
          <a:prstGeom prst="rect">
            <a:avLst/>
          </a:prstGeom>
        </p:spPr>
      </p:pic>
      <p:sp>
        <p:nvSpPr>
          <p:cNvPr id="8" name="Google Shape;40;p8">
            <a:extLst>
              <a:ext uri="{FF2B5EF4-FFF2-40B4-BE49-F238E27FC236}">
                <a16:creationId xmlns:a16="http://schemas.microsoft.com/office/drawing/2014/main" id="{337EA698-3916-4213-BC33-112D6116EAAD}"/>
              </a:ext>
            </a:extLst>
          </p:cNvPr>
          <p:cNvSpPr/>
          <p:nvPr userDrawn="1"/>
        </p:nvSpPr>
        <p:spPr>
          <a:xfrm>
            <a:off x="972000" y="4049398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02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;p8">
            <a:extLst>
              <a:ext uri="{FF2B5EF4-FFF2-40B4-BE49-F238E27FC236}">
                <a16:creationId xmlns:a16="http://schemas.microsoft.com/office/drawing/2014/main" id="{99DF8A5D-B10E-499B-9C24-9AC6C7F9BAF8}"/>
              </a:ext>
            </a:extLst>
          </p:cNvPr>
          <p:cNvSpPr/>
          <p:nvPr userDrawn="1"/>
        </p:nvSpPr>
        <p:spPr>
          <a:xfrm rot="10800000" flipH="1">
            <a:off x="0" y="-2"/>
            <a:ext cx="9144000" cy="41005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7826100-831A-4431-9C00-46AB067B21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48883" y="491179"/>
            <a:ext cx="5646234" cy="3040566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D5C48A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pic>
        <p:nvPicPr>
          <p:cNvPr id="8" name="Picture 7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2EA7C49E-2F2D-4084-8964-207A3D553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399126"/>
            <a:ext cx="1519168" cy="506389"/>
          </a:xfrm>
          <a:prstGeom prst="rect">
            <a:avLst/>
          </a:prstGeom>
        </p:spPr>
      </p:pic>
      <p:sp>
        <p:nvSpPr>
          <p:cNvPr id="11" name="Google Shape;40;p8">
            <a:extLst>
              <a:ext uri="{FF2B5EF4-FFF2-40B4-BE49-F238E27FC236}">
                <a16:creationId xmlns:a16="http://schemas.microsoft.com/office/drawing/2014/main" id="{620085B1-FB5E-4292-A35E-FB7FF961EE6F}"/>
              </a:ext>
            </a:extLst>
          </p:cNvPr>
          <p:cNvSpPr/>
          <p:nvPr userDrawn="1"/>
        </p:nvSpPr>
        <p:spPr>
          <a:xfrm>
            <a:off x="972000" y="4049398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258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 rot="10800000" flipH="1">
            <a:off x="-47850" y="4259943"/>
            <a:ext cx="9239700" cy="104748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3702150" y="4185693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1;p4">
            <a:extLst>
              <a:ext uri="{FF2B5EF4-FFF2-40B4-BE49-F238E27FC236}">
                <a16:creationId xmlns:a16="http://schemas.microsoft.com/office/drawing/2014/main" id="{2963A77A-386D-4AD5-B683-9B7B49EC3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335" y="398166"/>
            <a:ext cx="4869359" cy="3412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  <a:defRPr sz="20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A98125DC-DC32-4B52-91CE-C24818C4F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340" y="1244980"/>
            <a:ext cx="3215809" cy="17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0" name="Picture 9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BD213037-6F12-4379-AB03-638D80A26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530489"/>
            <a:ext cx="1519168" cy="50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 rot="10800000" flipH="1">
            <a:off x="-47850" y="4259943"/>
            <a:ext cx="9239700" cy="104748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3702150" y="4185693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A98125DC-DC32-4B52-91CE-C24818C4F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4335" y="275713"/>
            <a:ext cx="4869359" cy="757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304DFB3-9A0F-42D6-BBB7-7BF5856FE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0306" y="259961"/>
            <a:ext cx="3361844" cy="3655184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192E40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1" name="Google Shape;21;p4">
            <a:extLst>
              <a:ext uri="{FF2B5EF4-FFF2-40B4-BE49-F238E27FC236}">
                <a16:creationId xmlns:a16="http://schemas.microsoft.com/office/drawing/2014/main" id="{0343BDB7-2A8D-4CE0-9705-BE1F4CB45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335" y="1134561"/>
            <a:ext cx="4869359" cy="2780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  <a:defRPr sz="20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2" name="Picture 11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97B09873-CFC6-448B-B635-267DA3815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530489"/>
            <a:ext cx="1519168" cy="50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5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9;p8">
            <a:extLst>
              <a:ext uri="{FF2B5EF4-FFF2-40B4-BE49-F238E27FC236}">
                <a16:creationId xmlns:a16="http://schemas.microsoft.com/office/drawing/2014/main" id="{3382CBDF-0CBC-4B0D-93F8-FAB464901682}"/>
              </a:ext>
            </a:extLst>
          </p:cNvPr>
          <p:cNvSpPr/>
          <p:nvPr userDrawn="1"/>
        </p:nvSpPr>
        <p:spPr>
          <a:xfrm rot="10800000" flipH="1">
            <a:off x="0" y="259961"/>
            <a:ext cx="9144000" cy="39999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1;p4">
            <a:extLst>
              <a:ext uri="{FF2B5EF4-FFF2-40B4-BE49-F238E27FC236}">
                <a16:creationId xmlns:a16="http://schemas.microsoft.com/office/drawing/2014/main" id="{2963A77A-386D-4AD5-B683-9B7B49EC3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306" y="1305235"/>
            <a:ext cx="4869359" cy="2780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A98125DC-DC32-4B52-91CE-C24818C4F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306" y="430635"/>
            <a:ext cx="4869359" cy="757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D5C48A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318D02E-0D7E-446C-878C-B471A66EA1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1850" y="430635"/>
            <a:ext cx="3361844" cy="3655184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D5C48A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pic>
        <p:nvPicPr>
          <p:cNvPr id="15" name="Picture 14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D38031C7-C244-4CED-A6BA-1A4624553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67738"/>
            <a:ext cx="1519168" cy="506389"/>
          </a:xfrm>
          <a:prstGeom prst="rect">
            <a:avLst/>
          </a:prstGeom>
        </p:spPr>
      </p:pic>
      <p:sp>
        <p:nvSpPr>
          <p:cNvPr id="14" name="Google Shape;40;p8">
            <a:extLst>
              <a:ext uri="{FF2B5EF4-FFF2-40B4-BE49-F238E27FC236}">
                <a16:creationId xmlns:a16="http://schemas.microsoft.com/office/drawing/2014/main" id="{62EF29DF-DA70-4BE9-9310-02CDF7A2A77B}"/>
              </a:ext>
            </a:extLst>
          </p:cNvPr>
          <p:cNvSpPr/>
          <p:nvPr userDrawn="1"/>
        </p:nvSpPr>
        <p:spPr>
          <a:xfrm>
            <a:off x="972000" y="4203075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8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9;p8">
            <a:extLst>
              <a:ext uri="{FF2B5EF4-FFF2-40B4-BE49-F238E27FC236}">
                <a16:creationId xmlns:a16="http://schemas.microsoft.com/office/drawing/2014/main" id="{3382CBDF-0CBC-4B0D-93F8-FAB464901682}"/>
              </a:ext>
            </a:extLst>
          </p:cNvPr>
          <p:cNvSpPr/>
          <p:nvPr userDrawn="1"/>
        </p:nvSpPr>
        <p:spPr>
          <a:xfrm rot="10800000" flipH="1">
            <a:off x="0" y="259961"/>
            <a:ext cx="9144000" cy="39999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;p4">
            <a:extLst>
              <a:ext uri="{FF2B5EF4-FFF2-40B4-BE49-F238E27FC236}">
                <a16:creationId xmlns:a16="http://schemas.microsoft.com/office/drawing/2014/main" id="{CB6883B9-6434-492C-A141-6918405BB7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335" y="524315"/>
            <a:ext cx="4869359" cy="3412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" name="Google Shape;22;p4">
            <a:extLst>
              <a:ext uri="{FF2B5EF4-FFF2-40B4-BE49-F238E27FC236}">
                <a16:creationId xmlns:a16="http://schemas.microsoft.com/office/drawing/2014/main" id="{81945F5B-1480-4569-90E3-4E10C547BD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340" y="1371129"/>
            <a:ext cx="3215809" cy="17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D5C48A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6" name="Picture 15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D14D2D25-2359-436B-BE69-FE3F63E49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67738"/>
            <a:ext cx="1519168" cy="506389"/>
          </a:xfrm>
          <a:prstGeom prst="rect">
            <a:avLst/>
          </a:prstGeom>
        </p:spPr>
      </p:pic>
      <p:sp>
        <p:nvSpPr>
          <p:cNvPr id="7" name="Google Shape;40;p8">
            <a:extLst>
              <a:ext uri="{FF2B5EF4-FFF2-40B4-BE49-F238E27FC236}">
                <a16:creationId xmlns:a16="http://schemas.microsoft.com/office/drawing/2014/main" id="{AA4EEBFF-491B-4961-A5C4-81F75853BEE1}"/>
              </a:ext>
            </a:extLst>
          </p:cNvPr>
          <p:cNvSpPr/>
          <p:nvPr userDrawn="1"/>
        </p:nvSpPr>
        <p:spPr>
          <a:xfrm>
            <a:off x="972000" y="4210462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92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rot="10800000" flipH="1">
            <a:off x="0" y="4467738"/>
            <a:ext cx="9144000" cy="675762"/>
          </a:xfrm>
          <a:prstGeom prst="rect">
            <a:avLst/>
          </a:prstGeom>
          <a:solidFill>
            <a:srgbClr val="0021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2400" b="1">
                <a:solidFill>
                  <a:srgbClr val="00215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6" name="Google Shape;40;p8">
            <a:extLst>
              <a:ext uri="{FF2B5EF4-FFF2-40B4-BE49-F238E27FC236}">
                <a16:creationId xmlns:a16="http://schemas.microsoft.com/office/drawing/2014/main" id="{1BF653FF-8058-4260-9D1B-D73D063613AE}"/>
              </a:ext>
            </a:extLst>
          </p:cNvPr>
          <p:cNvSpPr/>
          <p:nvPr userDrawn="1"/>
        </p:nvSpPr>
        <p:spPr>
          <a:xfrm>
            <a:off x="6752713" y="4393488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;p4">
            <a:extLst>
              <a:ext uri="{FF2B5EF4-FFF2-40B4-BE49-F238E27FC236}">
                <a16:creationId xmlns:a16="http://schemas.microsoft.com/office/drawing/2014/main" id="{6D3F9AF1-F9B7-4C4C-B527-231235329B81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434" y="1860023"/>
            <a:ext cx="7840979" cy="24460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7013" lvl="0" indent="-2270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2155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6D28D-E69E-6B58-F544-792D4BF10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828" y="62205"/>
            <a:ext cx="1418457" cy="79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63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rot="10800000" flipH="1">
            <a:off x="0" y="4487330"/>
            <a:ext cx="9144000" cy="65616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169373"/>
            <a:ext cx="7840980" cy="951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D5C48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" name="Google Shape;40;p8">
            <a:extLst>
              <a:ext uri="{FF2B5EF4-FFF2-40B4-BE49-F238E27FC236}">
                <a16:creationId xmlns:a16="http://schemas.microsoft.com/office/drawing/2014/main" id="{1BF653FF-8058-4260-9D1B-D73D063613AE}"/>
              </a:ext>
            </a:extLst>
          </p:cNvPr>
          <p:cNvSpPr/>
          <p:nvPr userDrawn="1"/>
        </p:nvSpPr>
        <p:spPr>
          <a:xfrm>
            <a:off x="6752715" y="4432402"/>
            <a:ext cx="1739700" cy="109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015FA-FF76-44DC-8638-B85258D4C9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7924" y="1553873"/>
            <a:ext cx="2694491" cy="2752226"/>
          </a:xfrm>
          <a:prstGeom prst="roundRect">
            <a:avLst>
              <a:gd name="adj" fmla="val 5079"/>
            </a:avLst>
          </a:prstGeom>
        </p:spPr>
        <p:txBody>
          <a:bodyPr/>
          <a:lstStyle>
            <a:lvl1pPr marL="139700" indent="0" algn="ctr">
              <a:buNone/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1" name="Google Shape;21;p4">
            <a:extLst>
              <a:ext uri="{FF2B5EF4-FFF2-40B4-BE49-F238E27FC236}">
                <a16:creationId xmlns:a16="http://schemas.microsoft.com/office/drawing/2014/main" id="{5D958050-6582-4CA3-9D4C-FB180882DA67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434" y="1553873"/>
            <a:ext cx="4968781" cy="27522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Char char="●"/>
              <a:defRPr sz="2000">
                <a:solidFill>
                  <a:srgbClr val="192E40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7068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;p9">
            <a:extLst>
              <a:ext uri="{FF2B5EF4-FFF2-40B4-BE49-F238E27FC236}">
                <a16:creationId xmlns:a16="http://schemas.microsoft.com/office/drawing/2014/main" id="{FE3BA617-58E3-4671-86C2-ADA0665BE98F}"/>
              </a:ext>
            </a:extLst>
          </p:cNvPr>
          <p:cNvSpPr/>
          <p:nvPr userDrawn="1"/>
        </p:nvSpPr>
        <p:spPr>
          <a:xfrm rot="10800000" flipH="1">
            <a:off x="-75" y="1298390"/>
            <a:ext cx="9144000" cy="384510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169373"/>
            <a:ext cx="7840980" cy="951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pic>
        <p:nvPicPr>
          <p:cNvPr id="10" name="Picture 9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DEA0859E-C6C4-4C53-AC75-8085BFCFDD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71605"/>
            <a:ext cx="1519168" cy="506389"/>
          </a:xfrm>
          <a:prstGeom prst="rect">
            <a:avLst/>
          </a:prstGeom>
        </p:spPr>
      </p:pic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C49F5EC4-E3C1-40FF-882B-4FA467EA9F66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433" y="1553873"/>
            <a:ext cx="7840981" cy="27522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" name="Google Shape;40;p8">
            <a:extLst>
              <a:ext uri="{FF2B5EF4-FFF2-40B4-BE49-F238E27FC236}">
                <a16:creationId xmlns:a16="http://schemas.microsoft.com/office/drawing/2014/main" id="{F46FC3BA-D12E-4E95-A2F4-05D3D78B5E16}"/>
              </a:ext>
            </a:extLst>
          </p:cNvPr>
          <p:cNvSpPr/>
          <p:nvPr userDrawn="1"/>
        </p:nvSpPr>
        <p:spPr>
          <a:xfrm>
            <a:off x="972000" y="1247264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992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;p9">
            <a:extLst>
              <a:ext uri="{FF2B5EF4-FFF2-40B4-BE49-F238E27FC236}">
                <a16:creationId xmlns:a16="http://schemas.microsoft.com/office/drawing/2014/main" id="{FE3BA617-58E3-4671-86C2-ADA0665BE98F}"/>
              </a:ext>
            </a:extLst>
          </p:cNvPr>
          <p:cNvSpPr/>
          <p:nvPr userDrawn="1"/>
        </p:nvSpPr>
        <p:spPr>
          <a:xfrm rot="10800000" flipH="1">
            <a:off x="-75" y="1298390"/>
            <a:ext cx="9144000" cy="384510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169373"/>
            <a:ext cx="7840980" cy="951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AC027F2-D627-4A7B-9DAD-1E6CD6F0F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435" y="1553873"/>
            <a:ext cx="2694491" cy="2752226"/>
          </a:xfrm>
          <a:prstGeom prst="roundRect">
            <a:avLst>
              <a:gd name="adj" fmla="val 5079"/>
            </a:avLst>
          </a:prstGeom>
        </p:spPr>
        <p:txBody>
          <a:bodyPr/>
          <a:lstStyle>
            <a:lvl1pPr marL="139700" indent="0" algn="ctr">
              <a:buNone/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pic>
        <p:nvPicPr>
          <p:cNvPr id="12" name="Picture 11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B71961F4-58F4-415F-8D19-B67C8C4D9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67738"/>
            <a:ext cx="1519168" cy="506389"/>
          </a:xfrm>
          <a:prstGeom prst="rect">
            <a:avLst/>
          </a:prstGeom>
        </p:spPr>
      </p:pic>
      <p:sp>
        <p:nvSpPr>
          <p:cNvPr id="16" name="Google Shape;21;p4">
            <a:extLst>
              <a:ext uri="{FF2B5EF4-FFF2-40B4-BE49-F238E27FC236}">
                <a16:creationId xmlns:a16="http://schemas.microsoft.com/office/drawing/2014/main" id="{60C1CC84-3124-4729-A358-A49AA088B36D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523634" y="1553873"/>
            <a:ext cx="4968780" cy="27522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" name="Google Shape;40;p8">
            <a:extLst>
              <a:ext uri="{FF2B5EF4-FFF2-40B4-BE49-F238E27FC236}">
                <a16:creationId xmlns:a16="http://schemas.microsoft.com/office/drawing/2014/main" id="{044E0399-BF0E-443D-A981-23776EAFF661}"/>
              </a:ext>
            </a:extLst>
          </p:cNvPr>
          <p:cNvSpPr/>
          <p:nvPr userDrawn="1"/>
        </p:nvSpPr>
        <p:spPr>
          <a:xfrm>
            <a:off x="972000" y="1247264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358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 preserve="1" userDrawn="1">
  <p:cSld name="1_One column text 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4;p9">
            <a:extLst>
              <a:ext uri="{FF2B5EF4-FFF2-40B4-BE49-F238E27FC236}">
                <a16:creationId xmlns:a16="http://schemas.microsoft.com/office/drawing/2014/main" id="{EFCC40B3-F1A1-4656-94D8-E9A276477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510" y="699523"/>
            <a:ext cx="7840980" cy="8770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pic>
        <p:nvPicPr>
          <p:cNvPr id="11" name="Picture 10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4B8D26BE-6096-4F69-B22E-303F0046A9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13922"/>
            <a:ext cx="1519168" cy="506389"/>
          </a:xfrm>
          <a:prstGeom prst="rect">
            <a:avLst/>
          </a:prstGeom>
        </p:spPr>
      </p:pic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3C195764-82F0-487D-99F8-8B35CFE7C18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510" y="1642945"/>
            <a:ext cx="7840904" cy="26631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Char char="●"/>
              <a:defRPr sz="2000">
                <a:solidFill>
                  <a:srgbClr val="192E40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" name="Google Shape;130;p20">
            <a:extLst>
              <a:ext uri="{FF2B5EF4-FFF2-40B4-BE49-F238E27FC236}">
                <a16:creationId xmlns:a16="http://schemas.microsoft.com/office/drawing/2014/main" id="{3842C340-AAC0-4F64-A759-5897785B7DF8}"/>
              </a:ext>
            </a:extLst>
          </p:cNvPr>
          <p:cNvSpPr/>
          <p:nvPr userDrawn="1"/>
        </p:nvSpPr>
        <p:spPr>
          <a:xfrm rot="10800000" flipH="1">
            <a:off x="-413656" y="-1"/>
            <a:ext cx="3722914" cy="336165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40;p8">
            <a:extLst>
              <a:ext uri="{FF2B5EF4-FFF2-40B4-BE49-F238E27FC236}">
                <a16:creationId xmlns:a16="http://schemas.microsoft.com/office/drawing/2014/main" id="{778A7AA0-CD75-4ED7-9E85-202A282327A2}"/>
              </a:ext>
            </a:extLst>
          </p:cNvPr>
          <p:cNvSpPr/>
          <p:nvPr userDrawn="1"/>
        </p:nvSpPr>
        <p:spPr>
          <a:xfrm flipH="1">
            <a:off x="2812161" y="5047159"/>
            <a:ext cx="6636638" cy="160021"/>
          </a:xfrm>
          <a:prstGeom prst="parallelogram">
            <a:avLst>
              <a:gd name="adj" fmla="val 78091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30;p20">
            <a:extLst>
              <a:ext uri="{FF2B5EF4-FFF2-40B4-BE49-F238E27FC236}">
                <a16:creationId xmlns:a16="http://schemas.microsoft.com/office/drawing/2014/main" id="{515145AE-5DD3-44FB-85AF-B14E4E47C3F9}"/>
              </a:ext>
            </a:extLst>
          </p:cNvPr>
          <p:cNvSpPr/>
          <p:nvPr userDrawn="1"/>
        </p:nvSpPr>
        <p:spPr>
          <a:xfrm rot="10800000" flipH="1">
            <a:off x="-159656" y="4945313"/>
            <a:ext cx="3418114" cy="278196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40;p8">
            <a:extLst>
              <a:ext uri="{FF2B5EF4-FFF2-40B4-BE49-F238E27FC236}">
                <a16:creationId xmlns:a16="http://schemas.microsoft.com/office/drawing/2014/main" id="{3E58D8C8-5C41-4B49-B8CF-C1832FE21BA9}"/>
              </a:ext>
            </a:extLst>
          </p:cNvPr>
          <p:cNvSpPr/>
          <p:nvPr userDrawn="1"/>
        </p:nvSpPr>
        <p:spPr>
          <a:xfrm flipH="1">
            <a:off x="2812161" y="48396"/>
            <a:ext cx="6636638" cy="239370"/>
          </a:xfrm>
          <a:prstGeom prst="parallelogram">
            <a:avLst>
              <a:gd name="adj" fmla="val 78091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30;p20">
            <a:extLst>
              <a:ext uri="{FF2B5EF4-FFF2-40B4-BE49-F238E27FC236}">
                <a16:creationId xmlns:a16="http://schemas.microsoft.com/office/drawing/2014/main" id="{AD6531B1-92F4-4662-8880-057EAF49FF07}"/>
              </a:ext>
            </a:extLst>
          </p:cNvPr>
          <p:cNvSpPr/>
          <p:nvPr userDrawn="1"/>
        </p:nvSpPr>
        <p:spPr>
          <a:xfrm rot="10800000" flipH="1">
            <a:off x="5537201" y="207757"/>
            <a:ext cx="3418114" cy="160018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792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 preserve="1" userDrawn="1">
  <p:cSld name="1_One column text 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4;p9">
            <a:extLst>
              <a:ext uri="{FF2B5EF4-FFF2-40B4-BE49-F238E27FC236}">
                <a16:creationId xmlns:a16="http://schemas.microsoft.com/office/drawing/2014/main" id="{EFCC40B3-F1A1-4656-94D8-E9A276477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510" y="699523"/>
            <a:ext cx="7840980" cy="8770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pic>
        <p:nvPicPr>
          <p:cNvPr id="11" name="Picture 10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4B8D26BE-6096-4F69-B22E-303F0046A9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74079"/>
            <a:ext cx="1519168" cy="506389"/>
          </a:xfrm>
          <a:prstGeom prst="rect">
            <a:avLst/>
          </a:prstGeom>
        </p:spPr>
      </p:pic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3C195764-82F0-487D-99F8-8B35CFE7C18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510" y="1642945"/>
            <a:ext cx="7840904" cy="26631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Char char="●"/>
              <a:defRPr sz="2000">
                <a:solidFill>
                  <a:srgbClr val="192E40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30;p20">
            <a:extLst>
              <a:ext uri="{FF2B5EF4-FFF2-40B4-BE49-F238E27FC236}">
                <a16:creationId xmlns:a16="http://schemas.microsoft.com/office/drawing/2014/main" id="{515145AE-5DD3-44FB-85AF-B14E4E47C3F9}"/>
              </a:ext>
            </a:extLst>
          </p:cNvPr>
          <p:cNvSpPr/>
          <p:nvPr userDrawn="1"/>
        </p:nvSpPr>
        <p:spPr>
          <a:xfrm rot="10800000" flipH="1">
            <a:off x="-1458684" y="4945313"/>
            <a:ext cx="3418114" cy="278196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40;p8">
            <a:extLst>
              <a:ext uri="{FF2B5EF4-FFF2-40B4-BE49-F238E27FC236}">
                <a16:creationId xmlns:a16="http://schemas.microsoft.com/office/drawing/2014/main" id="{3E58D8C8-5C41-4B49-B8CF-C1832FE21BA9}"/>
              </a:ext>
            </a:extLst>
          </p:cNvPr>
          <p:cNvSpPr/>
          <p:nvPr userDrawn="1"/>
        </p:nvSpPr>
        <p:spPr>
          <a:xfrm flipH="1">
            <a:off x="6052296" y="-30062"/>
            <a:ext cx="3418114" cy="239924"/>
          </a:xfrm>
          <a:prstGeom prst="parallelogram">
            <a:avLst>
              <a:gd name="adj" fmla="val 78091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30;p20">
            <a:extLst>
              <a:ext uri="{FF2B5EF4-FFF2-40B4-BE49-F238E27FC236}">
                <a16:creationId xmlns:a16="http://schemas.microsoft.com/office/drawing/2014/main" id="{AD6531B1-92F4-4662-8880-057EAF49FF07}"/>
              </a:ext>
            </a:extLst>
          </p:cNvPr>
          <p:cNvSpPr/>
          <p:nvPr userDrawn="1"/>
        </p:nvSpPr>
        <p:spPr>
          <a:xfrm rot="10800000" flipH="1">
            <a:off x="6400622" y="149465"/>
            <a:ext cx="3418114" cy="119685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00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8">
            <a:alphaModFix amt="50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6100" y="445025"/>
            <a:ext cx="769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6100" y="1152475"/>
            <a:ext cx="769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4" r:id="rId3"/>
    <p:sldLayoutId id="2147483679" r:id="rId4"/>
    <p:sldLayoutId id="2147483676" r:id="rId5"/>
    <p:sldLayoutId id="2147483680" r:id="rId6"/>
    <p:sldLayoutId id="2147483681" r:id="rId7"/>
    <p:sldLayoutId id="2147483682" r:id="rId8"/>
    <p:sldLayoutId id="2147483684" r:id="rId9"/>
    <p:sldLayoutId id="2147483685" r:id="rId10"/>
    <p:sldLayoutId id="2147483670" r:id="rId11"/>
    <p:sldLayoutId id="2147483675" r:id="rId12"/>
    <p:sldLayoutId id="2147483677" r:id="rId13"/>
    <p:sldLayoutId id="2147483678" r:id="rId14"/>
    <p:sldLayoutId id="2147483687" r:id="rId15"/>
    <p:sldLayoutId id="214748368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1C8D-6FC8-4753-AF99-BB72DE33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1987458"/>
            <a:ext cx="7840980" cy="79788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0021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Alive in Christ (Colossians 2: 13-14)</a:t>
            </a:r>
            <a:br>
              <a:rPr lang="en-US" sz="2800" dirty="0">
                <a:solidFill>
                  <a:srgbClr val="0021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0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SDH, HIS, and SLH School Theme Competition 2026/2027</a:t>
            </a:r>
            <a:endParaRPr lang="en-ID" sz="2000" b="0" dirty="0">
              <a:solidFill>
                <a:srgbClr val="00215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18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889E-4623-4D2D-815E-D8969876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I. Introduction</a:t>
            </a:r>
            <a:endParaRPr lang="en-ID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CC71-C8C0-49DE-BB6F-91D247D897F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 anchor="t"/>
          <a:lstStyle/>
          <a:p>
            <a:pPr marL="0" indent="0" algn="just">
              <a:buNone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an initial stage in the collective endeavor to internalize the School Theme for the 2026/2027 Academic Year, the SDH (Sekolah Dian Harapan), HIS (Hope Intercultural School), and SLH (Sekolah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Lentera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Harapan) community is invited to reflect on the theme and express their insights through the creation of a Theme Logo and Theme Song. The following considerations are to be observed for this competition:</a:t>
            </a:r>
            <a:endParaRPr lang="en-ID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1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889E-4623-4D2D-815E-D8969876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II. Competition Categories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CC71-C8C0-49DE-BB6F-91D247D897F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the 2026/2027 Academic Year, the School Theme Competition is organized into three categories as follows: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Theme Song for Early Childhood and Primary Education (Junior)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Theme Song for Secondary Education (Senior)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Theme Logo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88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C338-9910-9D30-9F0B-BC3126CC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E37F-D81D-2837-EDEF-41798260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Competition Requirements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47E9A-A610-B7CB-E322-EEBF2291580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 anchor="t"/>
          <a:lstStyle/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Participant Requirements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competition is open to the entire SDH, HIS, and SLH community, including students in Grades 1–12, teachers, and staff.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Participants may join the competition either individually or as a group.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Teachers may join as participants or serve as mentors or facilitators.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Participants may join all available categories (Theme Logo and Theme Song).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participant/team may submit only one work for each category.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Participants must complete the registration link and submit it together with their work no later than 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23 February 2026 for the Theme Logo category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 March 2026 for the Theme Song category.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Participants who received awards in the previous academic year (2025/2026) in the Theme Logo, Junior Theme Song, or Senior Theme Song categories are encouraged to give others the opportunity to participate this year.</a:t>
            </a:r>
          </a:p>
          <a:p>
            <a:pPr marL="457200" indent="-228600">
              <a:buFont typeface="+mj-lt"/>
              <a:buAutoNum type="alphaLcPeriod"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89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7D107BF-D4D7-6A3A-E687-5E4355473499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230188" lvl="0" indent="-230188">
              <a:buNone/>
            </a:pPr>
            <a:r>
              <a:rPr lang="id-ID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General Requirements</a:t>
            </a:r>
            <a:endParaRPr lang="id-ID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963" lvl="0" indent="-231775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Head Office reserves the right to revise the selected works.</a:t>
            </a:r>
          </a:p>
          <a:p>
            <a:pPr marL="461963" lvl="0" indent="-231775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Copyright of the winning works will belong to SDH, HIS, and SLH (the creator’s name will be credited in the work documentation).</a:t>
            </a:r>
          </a:p>
          <a:p>
            <a:pPr marL="684213" indent="-22225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rights for publication and distribution of the winning works will be held by SDH, HIS, and SLH.</a:t>
            </a:r>
          </a:p>
          <a:p>
            <a:pPr marL="684213" indent="-222250"/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winning works may be used for various activities and publication purposes of SDH, HIS, and SLH.</a:t>
            </a: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963" lvl="0" indent="-231775">
              <a:buFont typeface="+mj-lt"/>
              <a:buAutoNum type="alphaLcPeriod" startAt="3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a participant/team joins all three categories of the competition, they must submit their work by completing the registration form three times—one for each category.</a:t>
            </a:r>
          </a:p>
          <a:p>
            <a:pPr marL="461963" lvl="0" indent="-231775">
              <a:buFont typeface="+mj-lt"/>
              <a:buAutoNum type="alphaLcPeriod" startAt="3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Awardees will receive recognition and appreciation.</a:t>
            </a:r>
          </a:p>
          <a:p>
            <a:pPr marL="461963" lvl="0" indent="-231775">
              <a:buFont typeface="+mj-lt"/>
              <a:buAutoNum type="alphaLcPeriod" startAt="3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Head Office reserves the right to disqualify participants who are found to have violated the competition rules.</a:t>
            </a: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E1EAAB-4F34-938B-4429-C2766A2D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Competition Requirements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23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A0B4-3711-C6C0-7CAF-A6EC9E82E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71D188-B3D9-FD08-2DE9-73B9FE2C3EDE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228600" lvl="0" indent="-228600">
              <a:lnSpc>
                <a:spcPct val="107000"/>
              </a:lnSpc>
              <a:buFont typeface="+mj-lt"/>
              <a:buAutoNum type="arabicPeriod" startAt="3"/>
            </a:pP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Song and Logo Requirements</a:t>
            </a:r>
            <a:endParaRPr lang="id-ID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lvl="0" indent="-342900">
              <a:lnSpc>
                <a:spcPct val="107000"/>
              </a:lnSpc>
              <a:buNone/>
            </a:pPr>
            <a:r>
              <a:rPr lang="id-ID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3.1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	Song Theme Requirements</a:t>
            </a:r>
            <a:endParaRPr lang="id-ID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0" indent="-233363">
              <a:lnSpc>
                <a:spcPct val="130000"/>
              </a:lnSpc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Theme Song must align with the theme 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“Alive in Christ”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800100" lvl="0" indent="-233363">
              <a:lnSpc>
                <a:spcPct val="130000"/>
              </a:lnSpc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assessment criteria for the School Theme Song for the 2026/2027 Academic Year are listed in the rubric file available via the Competition website.</a:t>
            </a:r>
          </a:p>
          <a:p>
            <a:pPr marL="800100" lvl="0" indent="-233363">
              <a:lnSpc>
                <a:spcPct val="130000"/>
              </a:lnSpc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Songs must be submitted in WAV, WMA, AAC, or MP3 format when completing the registration form at: https://s.id/sayembara_2627 (also accessible through the Competition website).</a:t>
            </a:r>
          </a:p>
          <a:p>
            <a:pPr marL="800100" lvl="0" indent="-233363">
              <a:lnSpc>
                <a:spcPct val="130000"/>
              </a:lnSpc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Theme Song may be recorded using any available medium (from mobile phone recording to studio recording).</a:t>
            </a: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D6C43D-31D7-E29A-BDFB-2853BE37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Competition Requirements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451-5E0B-AE36-7E3F-E8D8B1BB3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B8838B-375A-A671-32A7-4E780FEF292C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571500" lvl="0" indent="-342900">
              <a:lnSpc>
                <a:spcPct val="107000"/>
              </a:lnSpc>
              <a:buNone/>
            </a:pPr>
            <a:r>
              <a:rPr lang="id-ID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3.1</a:t>
            </a:r>
            <a:r>
              <a:rPr lang="en-US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	</a:t>
            </a:r>
            <a:r>
              <a:rPr lang="id-ID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Theme Logo Requirements</a:t>
            </a: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assessment criteria for the 2026/2027 School Theme Logo are listed in the rubric file accessible through the Competition website.</a:t>
            </a: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Participants must attach an explanatory document describing the logo. For digital logos, participants must also include the color palette used.</a:t>
            </a: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Logos produced manually must be scanned and submitted together with the completed registration form.</a:t>
            </a: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logos must be submitted in PNG, EPS, CDR, AI, or SVG format, along with the explanatory document, when completing the registration form.</a:t>
            </a: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Logo submission form: https://s.id/sayembara_2627 (also accessible through the Competition website).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43F052-EA13-4F4E-4A55-A32A0DA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Competition Requirements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13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2925F6-57AB-25D5-4746-C022904E4EA1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0" lvl="0" indent="0">
              <a:lnSpc>
                <a:spcPct val="107000"/>
              </a:lnSpc>
              <a:buNone/>
            </a:pPr>
            <a:r>
              <a:rPr lang="en-US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Theme Logo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Publication and Registration	: 27 January 2026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Submission Deadline		: 23 February 2026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Announcement of Award Recipients	: March 2026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sz="10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Theme Song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Publication and Registration	: 27 January 2026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Submission Deadline		: 6 March 2026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Announcement of Award Recipients	: March 2026</a:t>
            </a:r>
            <a:endParaRPr lang="en-ID" sz="10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2F31E33-3E22-AF83-1435-A80735D6F648}"/>
              </a:ext>
            </a:extLst>
          </p:cNvPr>
          <p:cNvSpPr txBox="1">
            <a:spLocks/>
          </p:cNvSpPr>
          <p:nvPr/>
        </p:nvSpPr>
        <p:spPr>
          <a:xfrm>
            <a:off x="651435" y="897212"/>
            <a:ext cx="7840980" cy="7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2400" b="1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  <a:defRPr sz="4200" b="0" i="0" u="none" strike="noStrike" cap="none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IV. Competition Timeline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21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F54EAF5-7FC9-FFEC-EA26-615D87CB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V. Contact Person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8CB77BE-D22C-058F-27BC-7079C760B3C7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Dedy Panggabean (dedy.panggabean@lentera.sch.id)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Nico Nainggolan (nico.nainggolan@sdh.or.id)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823426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Annual Report by Slidesgo">
  <a:themeElements>
    <a:clrScheme name="Simple Light">
      <a:dk1>
        <a:srgbClr val="192E40"/>
      </a:dk1>
      <a:lt1>
        <a:srgbClr val="FCFCFC"/>
      </a:lt1>
      <a:dk2>
        <a:srgbClr val="192E40"/>
      </a:dk2>
      <a:lt2>
        <a:srgbClr val="EBF3F8"/>
      </a:lt2>
      <a:accent1>
        <a:srgbClr val="192E40"/>
      </a:accent1>
      <a:accent2>
        <a:srgbClr val="FFC479"/>
      </a:accent2>
      <a:accent3>
        <a:srgbClr val="FF9179"/>
      </a:accent3>
      <a:accent4>
        <a:srgbClr val="192E40"/>
      </a:accent4>
      <a:accent5>
        <a:srgbClr val="CBD9E2"/>
      </a:accent5>
      <a:accent6>
        <a:srgbClr val="FFC479"/>
      </a:accent6>
      <a:hlink>
        <a:srgbClr val="192E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272722848744E8210973797C32B99" ma:contentTypeVersion="19" ma:contentTypeDescription="Create a new document." ma:contentTypeScope="" ma:versionID="eb4e76a005b26c650154bbd40aa3de8f">
  <xsd:schema xmlns:xsd="http://www.w3.org/2001/XMLSchema" xmlns:xs="http://www.w3.org/2001/XMLSchema" xmlns:p="http://schemas.microsoft.com/office/2006/metadata/properties" xmlns:ns2="b9837ebb-79de-458b-9956-80b6884e10b0" xmlns:ns3="e221d41e-2588-4db0-aef3-4526de973e29" targetNamespace="http://schemas.microsoft.com/office/2006/metadata/properties" ma:root="true" ma:fieldsID="66e26972be5e184043f1aa6625e44d6a" ns2:_="" ns3:_="">
    <xsd:import namespace="b9837ebb-79de-458b-9956-80b6884e10b0"/>
    <xsd:import namespace="e221d41e-2588-4db0-aef3-4526de973e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37ebb-79de-458b-9956-80b6884e10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822645d-bbc6-434d-bf36-84bd98ba6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1d41e-2588-4db0-aef3-4526de973e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dcd9018-b542-4bc2-b492-fc012821e072}" ma:internalName="TaxCatchAll" ma:showField="CatchAllData" ma:web="e221d41e-2588-4db0-aef3-4526de973e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221d41e-2588-4db0-aef3-4526de973e29" xsi:nil="true"/>
    <lcf76f155ced4ddcb4097134ff3c332f xmlns="b9837ebb-79de-458b-9956-80b6884e10b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643ACBE-5831-4E90-8624-F4D000860F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E9FA93-5BAE-4321-AEED-0242982DFA77}"/>
</file>

<file path=customXml/itemProps3.xml><?xml version="1.0" encoding="utf-8"?>
<ds:datastoreItem xmlns:ds="http://schemas.openxmlformats.org/officeDocument/2006/customXml" ds:itemID="{F25C36EB-E001-4BE5-8795-8E4F8EAC2D76}">
  <ds:schemaRefs>
    <ds:schemaRef ds:uri="http://schemas.microsoft.com/office/2006/documentManagement/types"/>
    <ds:schemaRef ds:uri="http://www.w3.org/XML/1998/namespace"/>
    <ds:schemaRef ds:uri="e221d41e-2588-4db0-aef3-4526de973e29"/>
    <ds:schemaRef ds:uri="http://purl.org/dc/dcmitype/"/>
    <ds:schemaRef ds:uri="b9837ebb-79de-458b-9956-80b6884e10b0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752</Words>
  <Application>Microsoft Office PowerPoint</Application>
  <PresentationFormat>On-screen Show (16:9)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Encode Sans Semi Condensed</vt:lpstr>
      <vt:lpstr>Open Sans</vt:lpstr>
      <vt:lpstr>Modern Annual Report by Slidesgo</vt:lpstr>
      <vt:lpstr>Alive in Christ (Colossians 2: 13-14) SDH, HIS, and SLH School Theme Competition 2026/2027</vt:lpstr>
      <vt:lpstr>I. Introduction</vt:lpstr>
      <vt:lpstr>II. Competition Categories</vt:lpstr>
      <vt:lpstr>III. Competition Requirements</vt:lpstr>
      <vt:lpstr>III. Competition Requirements</vt:lpstr>
      <vt:lpstr>III. Competition Requirements</vt:lpstr>
      <vt:lpstr>III. Competition Requirements</vt:lpstr>
      <vt:lpstr>PowerPoint Presentation</vt:lpstr>
      <vt:lpstr>V. Contact Person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Sekolah Dian Harapan – Sekolah Lentera Harapan</dc:title>
  <dc:creator>alvin sebastian</dc:creator>
  <cp:lastModifiedBy>Alvin Pardomuan Sebastian</cp:lastModifiedBy>
  <cp:revision>6</cp:revision>
  <dcterms:modified xsi:type="dcterms:W3CDTF">2026-01-26T17:07:41Z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0x010100D45272722848744E8210973797C32B99</vt:lpwstr>
  </property>
  <property fmtid="{D5CDD505-2E9C-101B-9397-08002B2CF9AE}" pid="3" name="MediaServiceImageTags">
    <vt:lpwstr/>
  </property>
</Properties>
</file>